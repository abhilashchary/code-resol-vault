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D0E22E-858A-4DEE-9C08-09FED80EF96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52FFB7D-08C2-4404-B59D-F2F1660478ED}">
      <dgm:prSet/>
      <dgm:spPr/>
      <dgm:t>
        <a:bodyPr/>
        <a:lstStyle/>
        <a:p>
          <a:r>
            <a:rPr lang="en-US"/>
            <a:t>Educational institutions rely heavily on digital platforms for storing and sharing learning materials.</a:t>
          </a:r>
        </a:p>
      </dgm:t>
    </dgm:pt>
    <dgm:pt modelId="{6C46CBB1-2DCE-4EA5-8925-33BD0FEB162F}" type="parTrans" cxnId="{9F5E87B3-80C7-41AF-A763-567D87A7CDB3}">
      <dgm:prSet/>
      <dgm:spPr/>
      <dgm:t>
        <a:bodyPr/>
        <a:lstStyle/>
        <a:p>
          <a:endParaRPr lang="en-US"/>
        </a:p>
      </dgm:t>
    </dgm:pt>
    <dgm:pt modelId="{30CC8F94-8C4E-4E0A-9DF2-916A8EFDB945}" type="sibTrans" cxnId="{9F5E87B3-80C7-41AF-A763-567D87A7CDB3}">
      <dgm:prSet/>
      <dgm:spPr/>
      <dgm:t>
        <a:bodyPr/>
        <a:lstStyle/>
        <a:p>
          <a:endParaRPr lang="en-US"/>
        </a:p>
      </dgm:t>
    </dgm:pt>
    <dgm:pt modelId="{DE743B12-D8E7-43E1-9EBF-FA91EE0F046B}">
      <dgm:prSet/>
      <dgm:spPr/>
      <dgm:t>
        <a:bodyPr/>
        <a:lstStyle/>
        <a:p>
          <a:r>
            <a:rPr lang="en-US"/>
            <a:t>Existing cloud systems such as Google Drive and Dropbox mainly focus on storage and collaboration.</a:t>
          </a:r>
        </a:p>
      </dgm:t>
    </dgm:pt>
    <dgm:pt modelId="{F8BCFE56-379C-4868-A985-630703B6687C}" type="parTrans" cxnId="{E7BC9F3B-19A6-4988-9206-448F3342E401}">
      <dgm:prSet/>
      <dgm:spPr/>
      <dgm:t>
        <a:bodyPr/>
        <a:lstStyle/>
        <a:p>
          <a:endParaRPr lang="en-US"/>
        </a:p>
      </dgm:t>
    </dgm:pt>
    <dgm:pt modelId="{9D95FCDC-C053-44BF-B938-FC7CFA5DF867}" type="sibTrans" cxnId="{E7BC9F3B-19A6-4988-9206-448F3342E401}">
      <dgm:prSet/>
      <dgm:spPr/>
      <dgm:t>
        <a:bodyPr/>
        <a:lstStyle/>
        <a:p>
          <a:endParaRPr lang="en-US"/>
        </a:p>
      </dgm:t>
    </dgm:pt>
    <dgm:pt modelId="{7CEE8EF7-48CC-4609-9211-409F259E850F}">
      <dgm:prSet/>
      <dgm:spPr/>
      <dgm:t>
        <a:bodyPr/>
        <a:lstStyle/>
        <a:p>
          <a:r>
            <a:rPr lang="en-US"/>
            <a:t>These systems lack intelligent mechanisms for identifying harmful or inappropriate content.</a:t>
          </a:r>
        </a:p>
      </dgm:t>
    </dgm:pt>
    <dgm:pt modelId="{4ABAB3C5-B7E8-4C5F-906A-9D15EB3E2695}" type="parTrans" cxnId="{99CBC41A-1894-4F73-9AF0-3B6626B2A35D}">
      <dgm:prSet/>
      <dgm:spPr/>
      <dgm:t>
        <a:bodyPr/>
        <a:lstStyle/>
        <a:p>
          <a:endParaRPr lang="en-US"/>
        </a:p>
      </dgm:t>
    </dgm:pt>
    <dgm:pt modelId="{B61D3CD0-DDE2-4863-BB3F-F97B5D5A82B4}" type="sibTrans" cxnId="{99CBC41A-1894-4F73-9AF0-3B6626B2A35D}">
      <dgm:prSet/>
      <dgm:spPr/>
      <dgm:t>
        <a:bodyPr/>
        <a:lstStyle/>
        <a:p>
          <a:endParaRPr lang="en-US"/>
        </a:p>
      </dgm:t>
    </dgm:pt>
    <dgm:pt modelId="{FE18AC81-EBC6-4920-B81B-7AC625576E04}">
      <dgm:prSet/>
      <dgm:spPr/>
      <dgm:t>
        <a:bodyPr/>
        <a:lstStyle/>
        <a:p>
          <a:r>
            <a:rPr lang="en-US"/>
            <a:t>ResolGate is an AI‑assisted knowledge repository designed to provide secure file sharing.</a:t>
          </a:r>
        </a:p>
      </dgm:t>
    </dgm:pt>
    <dgm:pt modelId="{DB2F4D82-E94F-41DB-BE08-FB49612DA950}" type="parTrans" cxnId="{FEF6F4FD-0912-42EC-8C2B-344B167719E0}">
      <dgm:prSet/>
      <dgm:spPr/>
      <dgm:t>
        <a:bodyPr/>
        <a:lstStyle/>
        <a:p>
          <a:endParaRPr lang="en-US"/>
        </a:p>
      </dgm:t>
    </dgm:pt>
    <dgm:pt modelId="{E96BECE4-772A-4D5E-9359-3212D51BA8A1}" type="sibTrans" cxnId="{FEF6F4FD-0912-42EC-8C2B-344B167719E0}">
      <dgm:prSet/>
      <dgm:spPr/>
      <dgm:t>
        <a:bodyPr/>
        <a:lstStyle/>
        <a:p>
          <a:endParaRPr lang="en-US"/>
        </a:p>
      </dgm:t>
    </dgm:pt>
    <dgm:pt modelId="{2E516ED2-5A5A-45BC-80ED-E55E3D239025}">
      <dgm:prSet/>
      <dgm:spPr/>
      <dgm:t>
        <a:bodyPr/>
        <a:lstStyle/>
        <a:p>
          <a:r>
            <a:rPr lang="en-US"/>
            <a:t>It integrates AI moderation, approval workflows, and secure cloud infrastructure.</a:t>
          </a:r>
        </a:p>
      </dgm:t>
    </dgm:pt>
    <dgm:pt modelId="{3B3D12E6-5404-4699-81AB-7A954D57D788}" type="parTrans" cxnId="{05F3D619-1596-498C-8A98-BC6D4225AA52}">
      <dgm:prSet/>
      <dgm:spPr/>
      <dgm:t>
        <a:bodyPr/>
        <a:lstStyle/>
        <a:p>
          <a:endParaRPr lang="en-US"/>
        </a:p>
      </dgm:t>
    </dgm:pt>
    <dgm:pt modelId="{4535C892-5928-4A76-8A19-8F2C64BD68EE}" type="sibTrans" cxnId="{05F3D619-1596-498C-8A98-BC6D4225AA52}">
      <dgm:prSet/>
      <dgm:spPr/>
      <dgm:t>
        <a:bodyPr/>
        <a:lstStyle/>
        <a:p>
          <a:endParaRPr lang="en-US"/>
        </a:p>
      </dgm:t>
    </dgm:pt>
    <dgm:pt modelId="{1BB45BED-40D1-4C4D-95C3-17E11E4BA96B}" type="pres">
      <dgm:prSet presAssocID="{E3D0E22E-858A-4DEE-9C08-09FED80EF960}" presName="linear" presStyleCnt="0">
        <dgm:presLayoutVars>
          <dgm:animLvl val="lvl"/>
          <dgm:resizeHandles val="exact"/>
        </dgm:presLayoutVars>
      </dgm:prSet>
      <dgm:spPr/>
    </dgm:pt>
    <dgm:pt modelId="{F4DB83D3-D87F-448C-A568-8B68822DE402}" type="pres">
      <dgm:prSet presAssocID="{952FFB7D-08C2-4404-B59D-F2F1660478E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4F0CD15-2ED0-4445-881F-DF528904364F}" type="pres">
      <dgm:prSet presAssocID="{30CC8F94-8C4E-4E0A-9DF2-916A8EFDB945}" presName="spacer" presStyleCnt="0"/>
      <dgm:spPr/>
    </dgm:pt>
    <dgm:pt modelId="{A29F43FD-CE3E-463B-A3C9-E6A36065D73E}" type="pres">
      <dgm:prSet presAssocID="{DE743B12-D8E7-43E1-9EBF-FA91EE0F046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3C269B6-1AB2-465A-97EE-B9F68F4FD155}" type="pres">
      <dgm:prSet presAssocID="{9D95FCDC-C053-44BF-B938-FC7CFA5DF867}" presName="spacer" presStyleCnt="0"/>
      <dgm:spPr/>
    </dgm:pt>
    <dgm:pt modelId="{BD039472-0D99-42E6-8811-F08C95CF9668}" type="pres">
      <dgm:prSet presAssocID="{7CEE8EF7-48CC-4609-9211-409F259E850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4654C1B-7471-419C-995B-208FB422A2C5}" type="pres">
      <dgm:prSet presAssocID="{B61D3CD0-DDE2-4863-BB3F-F97B5D5A82B4}" presName="spacer" presStyleCnt="0"/>
      <dgm:spPr/>
    </dgm:pt>
    <dgm:pt modelId="{D14BEE8E-13E1-41F6-AD24-658D18A523C4}" type="pres">
      <dgm:prSet presAssocID="{FE18AC81-EBC6-4920-B81B-7AC625576E0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D69CF65-4AA0-4E3F-92AD-8DFBDD3DD8FD}" type="pres">
      <dgm:prSet presAssocID="{E96BECE4-772A-4D5E-9359-3212D51BA8A1}" presName="spacer" presStyleCnt="0"/>
      <dgm:spPr/>
    </dgm:pt>
    <dgm:pt modelId="{6FD47E2B-957A-4EFA-99BA-9F7F97EFB2F9}" type="pres">
      <dgm:prSet presAssocID="{2E516ED2-5A5A-45BC-80ED-E55E3D23902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6B3B907-9540-47FD-B667-999F8DCBCEE0}" type="presOf" srcId="{FE18AC81-EBC6-4920-B81B-7AC625576E04}" destId="{D14BEE8E-13E1-41F6-AD24-658D18A523C4}" srcOrd="0" destOrd="0" presId="urn:microsoft.com/office/officeart/2005/8/layout/vList2"/>
    <dgm:cxn modelId="{05F3D619-1596-498C-8A98-BC6D4225AA52}" srcId="{E3D0E22E-858A-4DEE-9C08-09FED80EF960}" destId="{2E516ED2-5A5A-45BC-80ED-E55E3D239025}" srcOrd="4" destOrd="0" parTransId="{3B3D12E6-5404-4699-81AB-7A954D57D788}" sibTransId="{4535C892-5928-4A76-8A19-8F2C64BD68EE}"/>
    <dgm:cxn modelId="{99CBC41A-1894-4F73-9AF0-3B6626B2A35D}" srcId="{E3D0E22E-858A-4DEE-9C08-09FED80EF960}" destId="{7CEE8EF7-48CC-4609-9211-409F259E850F}" srcOrd="2" destOrd="0" parTransId="{4ABAB3C5-B7E8-4C5F-906A-9D15EB3E2695}" sibTransId="{B61D3CD0-DDE2-4863-BB3F-F97B5D5A82B4}"/>
    <dgm:cxn modelId="{DDE52A32-DF6B-4137-81E3-B502E5E81872}" type="presOf" srcId="{7CEE8EF7-48CC-4609-9211-409F259E850F}" destId="{BD039472-0D99-42E6-8811-F08C95CF9668}" srcOrd="0" destOrd="0" presId="urn:microsoft.com/office/officeart/2005/8/layout/vList2"/>
    <dgm:cxn modelId="{E7BC9F3B-19A6-4988-9206-448F3342E401}" srcId="{E3D0E22E-858A-4DEE-9C08-09FED80EF960}" destId="{DE743B12-D8E7-43E1-9EBF-FA91EE0F046B}" srcOrd="1" destOrd="0" parTransId="{F8BCFE56-379C-4868-A985-630703B6687C}" sibTransId="{9D95FCDC-C053-44BF-B938-FC7CFA5DF867}"/>
    <dgm:cxn modelId="{4BF6815B-0F6C-46C7-B8A7-E073B283C59C}" type="presOf" srcId="{DE743B12-D8E7-43E1-9EBF-FA91EE0F046B}" destId="{A29F43FD-CE3E-463B-A3C9-E6A36065D73E}" srcOrd="0" destOrd="0" presId="urn:microsoft.com/office/officeart/2005/8/layout/vList2"/>
    <dgm:cxn modelId="{5E29596F-AE67-4604-B3E5-78BA6D2059B4}" type="presOf" srcId="{E3D0E22E-858A-4DEE-9C08-09FED80EF960}" destId="{1BB45BED-40D1-4C4D-95C3-17E11E4BA96B}" srcOrd="0" destOrd="0" presId="urn:microsoft.com/office/officeart/2005/8/layout/vList2"/>
    <dgm:cxn modelId="{867D1D78-5BF4-4D81-AA18-AF49B951C288}" type="presOf" srcId="{952FFB7D-08C2-4404-B59D-F2F1660478ED}" destId="{F4DB83D3-D87F-448C-A568-8B68822DE402}" srcOrd="0" destOrd="0" presId="urn:microsoft.com/office/officeart/2005/8/layout/vList2"/>
    <dgm:cxn modelId="{ADB58AA6-0E47-4E0D-BD08-F80D05B442C6}" type="presOf" srcId="{2E516ED2-5A5A-45BC-80ED-E55E3D239025}" destId="{6FD47E2B-957A-4EFA-99BA-9F7F97EFB2F9}" srcOrd="0" destOrd="0" presId="urn:microsoft.com/office/officeart/2005/8/layout/vList2"/>
    <dgm:cxn modelId="{9F5E87B3-80C7-41AF-A763-567D87A7CDB3}" srcId="{E3D0E22E-858A-4DEE-9C08-09FED80EF960}" destId="{952FFB7D-08C2-4404-B59D-F2F1660478ED}" srcOrd="0" destOrd="0" parTransId="{6C46CBB1-2DCE-4EA5-8925-33BD0FEB162F}" sibTransId="{30CC8F94-8C4E-4E0A-9DF2-916A8EFDB945}"/>
    <dgm:cxn modelId="{FEF6F4FD-0912-42EC-8C2B-344B167719E0}" srcId="{E3D0E22E-858A-4DEE-9C08-09FED80EF960}" destId="{FE18AC81-EBC6-4920-B81B-7AC625576E04}" srcOrd="3" destOrd="0" parTransId="{DB2F4D82-E94F-41DB-BE08-FB49612DA950}" sibTransId="{E96BECE4-772A-4D5E-9359-3212D51BA8A1}"/>
    <dgm:cxn modelId="{AB7A2970-9E71-4A2B-BDD7-C5F1D5803934}" type="presParOf" srcId="{1BB45BED-40D1-4C4D-95C3-17E11E4BA96B}" destId="{F4DB83D3-D87F-448C-A568-8B68822DE402}" srcOrd="0" destOrd="0" presId="urn:microsoft.com/office/officeart/2005/8/layout/vList2"/>
    <dgm:cxn modelId="{29FF8EE4-20F2-4EB6-8D4E-3D7A8FE6DE8C}" type="presParOf" srcId="{1BB45BED-40D1-4C4D-95C3-17E11E4BA96B}" destId="{24F0CD15-2ED0-4445-881F-DF528904364F}" srcOrd="1" destOrd="0" presId="urn:microsoft.com/office/officeart/2005/8/layout/vList2"/>
    <dgm:cxn modelId="{EAB043E9-32B7-4705-9111-368843143632}" type="presParOf" srcId="{1BB45BED-40D1-4C4D-95C3-17E11E4BA96B}" destId="{A29F43FD-CE3E-463B-A3C9-E6A36065D73E}" srcOrd="2" destOrd="0" presId="urn:microsoft.com/office/officeart/2005/8/layout/vList2"/>
    <dgm:cxn modelId="{786BF167-D276-4DB6-B266-6B2812058963}" type="presParOf" srcId="{1BB45BED-40D1-4C4D-95C3-17E11E4BA96B}" destId="{23C269B6-1AB2-465A-97EE-B9F68F4FD155}" srcOrd="3" destOrd="0" presId="urn:microsoft.com/office/officeart/2005/8/layout/vList2"/>
    <dgm:cxn modelId="{E5A7BE61-B007-4E16-911C-4947572525D4}" type="presParOf" srcId="{1BB45BED-40D1-4C4D-95C3-17E11E4BA96B}" destId="{BD039472-0D99-42E6-8811-F08C95CF9668}" srcOrd="4" destOrd="0" presId="urn:microsoft.com/office/officeart/2005/8/layout/vList2"/>
    <dgm:cxn modelId="{E760EF73-8990-4767-9761-F30223A366CF}" type="presParOf" srcId="{1BB45BED-40D1-4C4D-95C3-17E11E4BA96B}" destId="{C4654C1B-7471-419C-995B-208FB422A2C5}" srcOrd="5" destOrd="0" presId="urn:microsoft.com/office/officeart/2005/8/layout/vList2"/>
    <dgm:cxn modelId="{B8DDFB11-FA7E-4474-A9F0-C44D2853F1DD}" type="presParOf" srcId="{1BB45BED-40D1-4C4D-95C3-17E11E4BA96B}" destId="{D14BEE8E-13E1-41F6-AD24-658D18A523C4}" srcOrd="6" destOrd="0" presId="urn:microsoft.com/office/officeart/2005/8/layout/vList2"/>
    <dgm:cxn modelId="{FE22848A-DC2C-4506-AEE8-3DE5AAE030C6}" type="presParOf" srcId="{1BB45BED-40D1-4C4D-95C3-17E11E4BA96B}" destId="{CD69CF65-4AA0-4E3F-92AD-8DFBDD3DD8FD}" srcOrd="7" destOrd="0" presId="urn:microsoft.com/office/officeart/2005/8/layout/vList2"/>
    <dgm:cxn modelId="{C810F413-9E90-4140-B6B7-D7DA974D5322}" type="presParOf" srcId="{1BB45BED-40D1-4C4D-95C3-17E11E4BA96B}" destId="{6FD47E2B-957A-4EFA-99BA-9F7F97EFB2F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B20C86-CB3A-4A3C-96EC-CB22CFC89B4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BB5C7C-6BD4-4ED5-9A14-522F61AB22B2}">
      <dgm:prSet/>
      <dgm:spPr/>
      <dgm:t>
        <a:bodyPr/>
        <a:lstStyle/>
        <a:p>
          <a:r>
            <a:rPr lang="en-US" dirty="0"/>
            <a:t>Existing cloud storage platforms suffer from several limitations when used in educational institutions.</a:t>
          </a:r>
        </a:p>
      </dgm:t>
    </dgm:pt>
    <dgm:pt modelId="{D6CEDC0F-0841-47CF-9AE3-655712E08214}" type="parTrans" cxnId="{1D2EFC5A-48C0-41D1-AE98-A0C712511E5A}">
      <dgm:prSet/>
      <dgm:spPr/>
      <dgm:t>
        <a:bodyPr/>
        <a:lstStyle/>
        <a:p>
          <a:endParaRPr lang="en-US"/>
        </a:p>
      </dgm:t>
    </dgm:pt>
    <dgm:pt modelId="{468D93C2-ADFC-486D-890A-A8C5B3DE2BE0}" type="sibTrans" cxnId="{1D2EFC5A-48C0-41D1-AE98-A0C712511E5A}">
      <dgm:prSet/>
      <dgm:spPr/>
      <dgm:t>
        <a:bodyPr/>
        <a:lstStyle/>
        <a:p>
          <a:endParaRPr lang="en-US"/>
        </a:p>
      </dgm:t>
    </dgm:pt>
    <dgm:pt modelId="{ACC60AC4-600E-435E-88E1-73E253A903E4}">
      <dgm:prSet/>
      <dgm:spPr/>
      <dgm:t>
        <a:bodyPr/>
        <a:lstStyle/>
        <a:p>
          <a:r>
            <a:rPr lang="en-US" b="1"/>
            <a:t>Lack of Intelligent Content Moderation :</a:t>
          </a:r>
          <a:endParaRPr lang="en-US"/>
        </a:p>
      </dgm:t>
    </dgm:pt>
    <dgm:pt modelId="{AEC738D2-CD13-4B61-91DB-122E413BBF6A}" type="parTrans" cxnId="{A269DC6F-A906-4E16-81C8-70579693166B}">
      <dgm:prSet/>
      <dgm:spPr/>
      <dgm:t>
        <a:bodyPr/>
        <a:lstStyle/>
        <a:p>
          <a:endParaRPr lang="en-US"/>
        </a:p>
      </dgm:t>
    </dgm:pt>
    <dgm:pt modelId="{FD924BC9-617A-45B0-B20F-77B03CD777DD}" type="sibTrans" cxnId="{A269DC6F-A906-4E16-81C8-70579693166B}">
      <dgm:prSet/>
      <dgm:spPr/>
      <dgm:t>
        <a:bodyPr/>
        <a:lstStyle/>
        <a:p>
          <a:endParaRPr lang="en-US"/>
        </a:p>
      </dgm:t>
    </dgm:pt>
    <dgm:pt modelId="{EB55FD6A-7AFA-4479-B7A0-B84AD5E338A2}">
      <dgm:prSet/>
      <dgm:spPr/>
      <dgm:t>
        <a:bodyPr/>
        <a:lstStyle/>
        <a:p>
          <a:r>
            <a:rPr lang="en-US"/>
            <a:t>Most systems only scan for malware or viruses but cannot detect inappropriate or harmful content.</a:t>
          </a:r>
        </a:p>
      </dgm:t>
    </dgm:pt>
    <dgm:pt modelId="{BAFC2FDC-B329-4CA6-985C-8DDDE9D466ED}" type="parTrans" cxnId="{208B373C-BE23-4634-B752-ABC06B04EFFF}">
      <dgm:prSet/>
      <dgm:spPr/>
      <dgm:t>
        <a:bodyPr/>
        <a:lstStyle/>
        <a:p>
          <a:endParaRPr lang="en-US"/>
        </a:p>
      </dgm:t>
    </dgm:pt>
    <dgm:pt modelId="{146E0A5E-BEE3-4C55-9660-7BD58AF1BDC5}" type="sibTrans" cxnId="{208B373C-BE23-4634-B752-ABC06B04EFFF}">
      <dgm:prSet/>
      <dgm:spPr/>
      <dgm:t>
        <a:bodyPr/>
        <a:lstStyle/>
        <a:p>
          <a:endParaRPr lang="en-US"/>
        </a:p>
      </dgm:t>
    </dgm:pt>
    <dgm:pt modelId="{3523E10D-D9B7-45E4-BB0C-65E50011B901}">
      <dgm:prSet/>
      <dgm:spPr/>
      <dgm:t>
        <a:bodyPr/>
        <a:lstStyle/>
        <a:p>
          <a:r>
            <a:rPr lang="en-US" b="1"/>
            <a:t>Direct File Publishing Without Approval :</a:t>
          </a:r>
          <a:endParaRPr lang="en-US"/>
        </a:p>
      </dgm:t>
    </dgm:pt>
    <dgm:pt modelId="{E854F6B0-B843-449E-9B71-668E59FFCCE4}" type="parTrans" cxnId="{1DA1ADE8-54DB-4994-AB24-5CFF163732B9}">
      <dgm:prSet/>
      <dgm:spPr/>
      <dgm:t>
        <a:bodyPr/>
        <a:lstStyle/>
        <a:p>
          <a:endParaRPr lang="en-US"/>
        </a:p>
      </dgm:t>
    </dgm:pt>
    <dgm:pt modelId="{B95D85D1-43F5-4D9B-B949-236A76DF449E}" type="sibTrans" cxnId="{1DA1ADE8-54DB-4994-AB24-5CFF163732B9}">
      <dgm:prSet/>
      <dgm:spPr/>
      <dgm:t>
        <a:bodyPr/>
        <a:lstStyle/>
        <a:p>
          <a:endParaRPr lang="en-US"/>
        </a:p>
      </dgm:t>
    </dgm:pt>
    <dgm:pt modelId="{B293C819-A422-47DA-B966-C994F69409E3}">
      <dgm:prSet/>
      <dgm:spPr/>
      <dgm:t>
        <a:bodyPr/>
        <a:lstStyle/>
        <a:p>
          <a:r>
            <a:rPr lang="en-US"/>
            <a:t>Files become instantly accessible after upload, creating exposure risks before review.</a:t>
          </a:r>
        </a:p>
      </dgm:t>
    </dgm:pt>
    <dgm:pt modelId="{EE74FF95-E312-4079-9734-FD4A057581DF}" type="parTrans" cxnId="{0D5F658F-3B1C-4931-A187-B1728350524B}">
      <dgm:prSet/>
      <dgm:spPr/>
      <dgm:t>
        <a:bodyPr/>
        <a:lstStyle/>
        <a:p>
          <a:endParaRPr lang="en-US"/>
        </a:p>
      </dgm:t>
    </dgm:pt>
    <dgm:pt modelId="{1CE30C1E-F2B6-47C0-BEE0-9595671B6938}" type="sibTrans" cxnId="{0D5F658F-3B1C-4931-A187-B1728350524B}">
      <dgm:prSet/>
      <dgm:spPr/>
      <dgm:t>
        <a:bodyPr/>
        <a:lstStyle/>
        <a:p>
          <a:endParaRPr lang="en-US"/>
        </a:p>
      </dgm:t>
    </dgm:pt>
    <dgm:pt modelId="{C63ED08A-DA6C-41D5-B169-707CCC96DD08}">
      <dgm:prSet/>
      <dgm:spPr/>
      <dgm:t>
        <a:bodyPr/>
        <a:lstStyle/>
        <a:p>
          <a:r>
            <a:rPr lang="en-US" b="1"/>
            <a:t>Password Vulnerabilities :</a:t>
          </a:r>
          <a:endParaRPr lang="en-US"/>
        </a:p>
      </dgm:t>
    </dgm:pt>
    <dgm:pt modelId="{31A19E65-4678-49C5-BD16-0F9B3726767A}" type="parTrans" cxnId="{A676658A-21A7-4862-B553-66FA86F21D75}">
      <dgm:prSet/>
      <dgm:spPr/>
      <dgm:t>
        <a:bodyPr/>
        <a:lstStyle/>
        <a:p>
          <a:endParaRPr lang="en-US"/>
        </a:p>
      </dgm:t>
    </dgm:pt>
    <dgm:pt modelId="{67776E48-B1E4-410F-8074-2DADC2AAD4C0}" type="sibTrans" cxnId="{A676658A-21A7-4862-B553-66FA86F21D75}">
      <dgm:prSet/>
      <dgm:spPr/>
      <dgm:t>
        <a:bodyPr/>
        <a:lstStyle/>
        <a:p>
          <a:endParaRPr lang="en-US"/>
        </a:p>
      </dgm:t>
    </dgm:pt>
    <dgm:pt modelId="{3B4D2258-DAE2-452D-A4CC-6877E23A5DAC}">
      <dgm:prSet/>
      <dgm:spPr/>
      <dgm:t>
        <a:bodyPr/>
        <a:lstStyle/>
        <a:p>
          <a:r>
            <a:rPr lang="en-US"/>
            <a:t>Credential-based authentication introduces security risks due to weak or reused passwords.</a:t>
          </a:r>
        </a:p>
      </dgm:t>
    </dgm:pt>
    <dgm:pt modelId="{713A4634-3ECC-40ED-B579-342D1DF06ECE}" type="parTrans" cxnId="{7EB031D0-31E1-4992-9FF8-D5ECD27FAD1B}">
      <dgm:prSet/>
      <dgm:spPr/>
      <dgm:t>
        <a:bodyPr/>
        <a:lstStyle/>
        <a:p>
          <a:endParaRPr lang="en-US"/>
        </a:p>
      </dgm:t>
    </dgm:pt>
    <dgm:pt modelId="{CDDAF6F3-AC16-443E-9288-AEEB64C5E160}" type="sibTrans" cxnId="{7EB031D0-31E1-4992-9FF8-D5ECD27FAD1B}">
      <dgm:prSet/>
      <dgm:spPr/>
      <dgm:t>
        <a:bodyPr/>
        <a:lstStyle/>
        <a:p>
          <a:endParaRPr lang="en-US"/>
        </a:p>
      </dgm:t>
    </dgm:pt>
    <dgm:pt modelId="{080ADB63-DACA-4736-9F39-954A28453BD3}">
      <dgm:prSet/>
      <dgm:spPr/>
      <dgm:t>
        <a:bodyPr/>
        <a:lstStyle/>
        <a:p>
          <a:r>
            <a:rPr lang="en-US" b="1"/>
            <a:t>Binary Access Control Systems :</a:t>
          </a:r>
          <a:endParaRPr lang="en-US"/>
        </a:p>
      </dgm:t>
    </dgm:pt>
    <dgm:pt modelId="{3E573921-0A9F-4605-9125-7107CC32DA65}" type="parTrans" cxnId="{9130DBF7-BC01-462A-AF18-2A48BF912CF8}">
      <dgm:prSet/>
      <dgm:spPr/>
      <dgm:t>
        <a:bodyPr/>
        <a:lstStyle/>
        <a:p>
          <a:endParaRPr lang="en-US"/>
        </a:p>
      </dgm:t>
    </dgm:pt>
    <dgm:pt modelId="{D4F82D85-9F3A-4392-9A3B-5F0D7BF51298}" type="sibTrans" cxnId="{9130DBF7-BC01-462A-AF18-2A48BF912CF8}">
      <dgm:prSet/>
      <dgm:spPr/>
      <dgm:t>
        <a:bodyPr/>
        <a:lstStyle/>
        <a:p>
          <a:endParaRPr lang="en-US"/>
        </a:p>
      </dgm:t>
    </dgm:pt>
    <dgm:pt modelId="{C41F8EEB-4AA8-4421-9AD5-2C765095D1C7}">
      <dgm:prSet/>
      <dgm:spPr/>
      <dgm:t>
        <a:bodyPr/>
        <a:lstStyle/>
        <a:p>
          <a:r>
            <a:rPr lang="en-US"/>
            <a:t>Most platforms offer only basic permission models without risk-based content classification.</a:t>
          </a:r>
        </a:p>
      </dgm:t>
    </dgm:pt>
    <dgm:pt modelId="{77065D56-FC9D-4AFC-B8C2-F61B65D7BD3C}" type="parTrans" cxnId="{E397FFDA-09CA-4B8F-A1A7-56A6B73B2FA0}">
      <dgm:prSet/>
      <dgm:spPr/>
      <dgm:t>
        <a:bodyPr/>
        <a:lstStyle/>
        <a:p>
          <a:endParaRPr lang="en-US"/>
        </a:p>
      </dgm:t>
    </dgm:pt>
    <dgm:pt modelId="{69887157-1B73-4938-BE0E-42DC3100030D}" type="sibTrans" cxnId="{E397FFDA-09CA-4B8F-A1A7-56A6B73B2FA0}">
      <dgm:prSet/>
      <dgm:spPr/>
      <dgm:t>
        <a:bodyPr/>
        <a:lstStyle/>
        <a:p>
          <a:endParaRPr lang="en-US"/>
        </a:p>
      </dgm:t>
    </dgm:pt>
    <dgm:pt modelId="{D5CF0BE5-674B-4D66-9598-88FB9B0F2041}">
      <dgm:prSet/>
      <dgm:spPr/>
      <dgm:t>
        <a:bodyPr/>
        <a:lstStyle/>
        <a:p>
          <a:r>
            <a:rPr lang="en-US" b="1"/>
            <a:t>Limited Audit Logging :</a:t>
          </a:r>
          <a:endParaRPr lang="en-US"/>
        </a:p>
      </dgm:t>
    </dgm:pt>
    <dgm:pt modelId="{58C4A2AD-772B-4F0B-83A5-3FA166C5E744}" type="parTrans" cxnId="{8B26E63E-4164-4F28-9C20-8BD357A5D8D3}">
      <dgm:prSet/>
      <dgm:spPr/>
      <dgm:t>
        <a:bodyPr/>
        <a:lstStyle/>
        <a:p>
          <a:endParaRPr lang="en-US"/>
        </a:p>
      </dgm:t>
    </dgm:pt>
    <dgm:pt modelId="{1DE3450E-219D-498A-A5C2-8612EB93D57D}" type="sibTrans" cxnId="{8B26E63E-4164-4F28-9C20-8BD357A5D8D3}">
      <dgm:prSet/>
      <dgm:spPr/>
      <dgm:t>
        <a:bodyPr/>
        <a:lstStyle/>
        <a:p>
          <a:endParaRPr lang="en-US"/>
        </a:p>
      </dgm:t>
    </dgm:pt>
    <dgm:pt modelId="{E278095D-AC77-4F8D-BCBA-805772B3BFBC}">
      <dgm:prSet/>
      <dgm:spPr/>
      <dgm:t>
        <a:bodyPr/>
        <a:lstStyle/>
        <a:p>
          <a:r>
            <a:rPr lang="en-US"/>
            <a:t>Existing systems do not maintain detailed logs of file access, uploads, and administrative actions.</a:t>
          </a:r>
        </a:p>
      </dgm:t>
    </dgm:pt>
    <dgm:pt modelId="{B6176659-DDA0-441C-A802-7916F0517E90}" type="parTrans" cxnId="{7B81DC9A-8F38-4A62-B456-7827397DB352}">
      <dgm:prSet/>
      <dgm:spPr/>
      <dgm:t>
        <a:bodyPr/>
        <a:lstStyle/>
        <a:p>
          <a:endParaRPr lang="en-US"/>
        </a:p>
      </dgm:t>
    </dgm:pt>
    <dgm:pt modelId="{7D833389-26D0-49CB-BE97-A1B40EA08B80}" type="sibTrans" cxnId="{7B81DC9A-8F38-4A62-B456-7827397DB352}">
      <dgm:prSet/>
      <dgm:spPr/>
      <dgm:t>
        <a:bodyPr/>
        <a:lstStyle/>
        <a:p>
          <a:endParaRPr lang="en-US"/>
        </a:p>
      </dgm:t>
    </dgm:pt>
    <dgm:pt modelId="{180D5F70-2F77-443D-8C29-F7A2A0EEC020}" type="pres">
      <dgm:prSet presAssocID="{76B20C86-CB3A-4A3C-96EC-CB22CFC89B41}" presName="Name0" presStyleCnt="0">
        <dgm:presLayoutVars>
          <dgm:dir/>
          <dgm:animLvl val="lvl"/>
          <dgm:resizeHandles val="exact"/>
        </dgm:presLayoutVars>
      </dgm:prSet>
      <dgm:spPr/>
    </dgm:pt>
    <dgm:pt modelId="{0F3B61A0-9546-481B-9093-49C9B7A3F9A3}" type="pres">
      <dgm:prSet presAssocID="{7BBB5C7C-6BD4-4ED5-9A14-522F61AB22B2}" presName="linNode" presStyleCnt="0"/>
      <dgm:spPr/>
    </dgm:pt>
    <dgm:pt modelId="{5FB13C96-B354-4AAD-B3E6-0726E4871DA5}" type="pres">
      <dgm:prSet presAssocID="{7BBB5C7C-6BD4-4ED5-9A14-522F61AB22B2}" presName="parentText" presStyleLbl="node1" presStyleIdx="0" presStyleCnt="6" custScaleX="277778">
        <dgm:presLayoutVars>
          <dgm:chMax val="1"/>
          <dgm:bulletEnabled val="1"/>
        </dgm:presLayoutVars>
      </dgm:prSet>
      <dgm:spPr/>
    </dgm:pt>
    <dgm:pt modelId="{82E1AF11-69D3-4A33-A9DF-A951F2FDAB1F}" type="pres">
      <dgm:prSet presAssocID="{468D93C2-ADFC-486D-890A-A8C5B3DE2BE0}" presName="sp" presStyleCnt="0"/>
      <dgm:spPr/>
    </dgm:pt>
    <dgm:pt modelId="{460DF825-F752-4FFA-91B2-714AA74B506E}" type="pres">
      <dgm:prSet presAssocID="{ACC60AC4-600E-435E-88E1-73E253A903E4}" presName="linNode" presStyleCnt="0"/>
      <dgm:spPr/>
    </dgm:pt>
    <dgm:pt modelId="{E204A026-33E3-470E-9530-884CD475767D}" type="pres">
      <dgm:prSet presAssocID="{ACC60AC4-600E-435E-88E1-73E253A903E4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0C93F5CD-DCFA-40C7-A9C7-376DB006D52E}" type="pres">
      <dgm:prSet presAssocID="{ACC60AC4-600E-435E-88E1-73E253A903E4}" presName="descendantText" presStyleLbl="alignAccFollowNode1" presStyleIdx="0" presStyleCnt="5">
        <dgm:presLayoutVars>
          <dgm:bulletEnabled val="1"/>
        </dgm:presLayoutVars>
      </dgm:prSet>
      <dgm:spPr/>
    </dgm:pt>
    <dgm:pt modelId="{48C838E5-835F-4D22-922C-69CC39FC07B4}" type="pres">
      <dgm:prSet presAssocID="{FD924BC9-617A-45B0-B20F-77B03CD777DD}" presName="sp" presStyleCnt="0"/>
      <dgm:spPr/>
    </dgm:pt>
    <dgm:pt modelId="{D5D56F29-E81A-4122-A2EC-05A875F4EC8A}" type="pres">
      <dgm:prSet presAssocID="{3523E10D-D9B7-45E4-BB0C-65E50011B901}" presName="linNode" presStyleCnt="0"/>
      <dgm:spPr/>
    </dgm:pt>
    <dgm:pt modelId="{C7565B17-CF97-441B-8DC3-266D149F11B4}" type="pres">
      <dgm:prSet presAssocID="{3523E10D-D9B7-45E4-BB0C-65E50011B901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B3D6362C-D125-4022-B25F-713B44D3D7A3}" type="pres">
      <dgm:prSet presAssocID="{3523E10D-D9B7-45E4-BB0C-65E50011B901}" presName="descendantText" presStyleLbl="alignAccFollowNode1" presStyleIdx="1" presStyleCnt="5">
        <dgm:presLayoutVars>
          <dgm:bulletEnabled val="1"/>
        </dgm:presLayoutVars>
      </dgm:prSet>
      <dgm:spPr/>
    </dgm:pt>
    <dgm:pt modelId="{5D959DF2-C281-439B-AE53-B03E3745EA14}" type="pres">
      <dgm:prSet presAssocID="{B95D85D1-43F5-4D9B-B949-236A76DF449E}" presName="sp" presStyleCnt="0"/>
      <dgm:spPr/>
    </dgm:pt>
    <dgm:pt modelId="{098CA65F-872D-4548-9BAA-865428A086A1}" type="pres">
      <dgm:prSet presAssocID="{C63ED08A-DA6C-41D5-B169-707CCC96DD08}" presName="linNode" presStyleCnt="0"/>
      <dgm:spPr/>
    </dgm:pt>
    <dgm:pt modelId="{F73D2B90-738D-4E5C-B462-658815D4B37D}" type="pres">
      <dgm:prSet presAssocID="{C63ED08A-DA6C-41D5-B169-707CCC96DD08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F547B8DA-8A7E-421C-8994-278EF7003FA1}" type="pres">
      <dgm:prSet presAssocID="{C63ED08A-DA6C-41D5-B169-707CCC96DD08}" presName="descendantText" presStyleLbl="alignAccFollowNode1" presStyleIdx="2" presStyleCnt="5">
        <dgm:presLayoutVars>
          <dgm:bulletEnabled val="1"/>
        </dgm:presLayoutVars>
      </dgm:prSet>
      <dgm:spPr/>
    </dgm:pt>
    <dgm:pt modelId="{B9F9D4BA-6946-41BC-BE82-E9D68AABAB17}" type="pres">
      <dgm:prSet presAssocID="{67776E48-B1E4-410F-8074-2DADC2AAD4C0}" presName="sp" presStyleCnt="0"/>
      <dgm:spPr/>
    </dgm:pt>
    <dgm:pt modelId="{1A205F15-AD3C-4C6A-A695-ADE3ADFE6C26}" type="pres">
      <dgm:prSet presAssocID="{080ADB63-DACA-4736-9F39-954A28453BD3}" presName="linNode" presStyleCnt="0"/>
      <dgm:spPr/>
    </dgm:pt>
    <dgm:pt modelId="{E57E4EBB-75CF-4BE3-9565-DEBB62CC922D}" type="pres">
      <dgm:prSet presAssocID="{080ADB63-DACA-4736-9F39-954A28453BD3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39B164BB-B5EC-4F9F-8E24-8E4FF8F99F12}" type="pres">
      <dgm:prSet presAssocID="{080ADB63-DACA-4736-9F39-954A28453BD3}" presName="descendantText" presStyleLbl="alignAccFollowNode1" presStyleIdx="3" presStyleCnt="5">
        <dgm:presLayoutVars>
          <dgm:bulletEnabled val="1"/>
        </dgm:presLayoutVars>
      </dgm:prSet>
      <dgm:spPr/>
    </dgm:pt>
    <dgm:pt modelId="{7A8546EC-DEF0-4202-B2AB-792BADB87927}" type="pres">
      <dgm:prSet presAssocID="{D4F82D85-9F3A-4392-9A3B-5F0D7BF51298}" presName="sp" presStyleCnt="0"/>
      <dgm:spPr/>
    </dgm:pt>
    <dgm:pt modelId="{14045C71-D4F1-489E-907B-5EC1DEEBCF62}" type="pres">
      <dgm:prSet presAssocID="{D5CF0BE5-674B-4D66-9598-88FB9B0F2041}" presName="linNode" presStyleCnt="0"/>
      <dgm:spPr/>
    </dgm:pt>
    <dgm:pt modelId="{C32F62F3-DCAE-40FC-B2D8-A29452F36DDE}" type="pres">
      <dgm:prSet presAssocID="{D5CF0BE5-674B-4D66-9598-88FB9B0F2041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2FDA8F69-B76E-4621-A370-081DB427A394}" type="pres">
      <dgm:prSet presAssocID="{D5CF0BE5-674B-4D66-9598-88FB9B0F2041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7BDDEC11-836B-4AD1-9720-F123AC5FF52C}" type="presOf" srcId="{080ADB63-DACA-4736-9F39-954A28453BD3}" destId="{E57E4EBB-75CF-4BE3-9565-DEBB62CC922D}" srcOrd="0" destOrd="0" presId="urn:microsoft.com/office/officeart/2005/8/layout/vList5"/>
    <dgm:cxn modelId="{B603311E-ED4A-44B1-8092-B0DA693A6230}" type="presOf" srcId="{76B20C86-CB3A-4A3C-96EC-CB22CFC89B41}" destId="{180D5F70-2F77-443D-8C29-F7A2A0EEC020}" srcOrd="0" destOrd="0" presId="urn:microsoft.com/office/officeart/2005/8/layout/vList5"/>
    <dgm:cxn modelId="{4C894525-BA9D-4824-B7F3-616AAD46B159}" type="presOf" srcId="{3B4D2258-DAE2-452D-A4CC-6877E23A5DAC}" destId="{F547B8DA-8A7E-421C-8994-278EF7003FA1}" srcOrd="0" destOrd="0" presId="urn:microsoft.com/office/officeart/2005/8/layout/vList5"/>
    <dgm:cxn modelId="{208B373C-BE23-4634-B752-ABC06B04EFFF}" srcId="{ACC60AC4-600E-435E-88E1-73E253A903E4}" destId="{EB55FD6A-7AFA-4479-B7A0-B84AD5E338A2}" srcOrd="0" destOrd="0" parTransId="{BAFC2FDC-B329-4CA6-985C-8DDDE9D466ED}" sibTransId="{146E0A5E-BEE3-4C55-9660-7BD58AF1BDC5}"/>
    <dgm:cxn modelId="{8B26E63E-4164-4F28-9C20-8BD357A5D8D3}" srcId="{76B20C86-CB3A-4A3C-96EC-CB22CFC89B41}" destId="{D5CF0BE5-674B-4D66-9598-88FB9B0F2041}" srcOrd="5" destOrd="0" parTransId="{58C4A2AD-772B-4F0B-83A5-3FA166C5E744}" sibTransId="{1DE3450E-219D-498A-A5C2-8612EB93D57D}"/>
    <dgm:cxn modelId="{9E3F0F6C-81B3-431A-834F-3D0DE7C3B46A}" type="presOf" srcId="{C41F8EEB-4AA8-4421-9AD5-2C765095D1C7}" destId="{39B164BB-B5EC-4F9F-8E24-8E4FF8F99F12}" srcOrd="0" destOrd="0" presId="urn:microsoft.com/office/officeart/2005/8/layout/vList5"/>
    <dgm:cxn modelId="{A269DC6F-A906-4E16-81C8-70579693166B}" srcId="{76B20C86-CB3A-4A3C-96EC-CB22CFC89B41}" destId="{ACC60AC4-600E-435E-88E1-73E253A903E4}" srcOrd="1" destOrd="0" parTransId="{AEC738D2-CD13-4B61-91DB-122E413BBF6A}" sibTransId="{FD924BC9-617A-45B0-B20F-77B03CD777DD}"/>
    <dgm:cxn modelId="{159CFA74-2713-4FA9-AAB6-A7896CB4CE65}" type="presOf" srcId="{C63ED08A-DA6C-41D5-B169-707CCC96DD08}" destId="{F73D2B90-738D-4E5C-B462-658815D4B37D}" srcOrd="0" destOrd="0" presId="urn:microsoft.com/office/officeart/2005/8/layout/vList5"/>
    <dgm:cxn modelId="{56428579-727C-4B62-A384-7427B20F0302}" type="presOf" srcId="{EB55FD6A-7AFA-4479-B7A0-B84AD5E338A2}" destId="{0C93F5CD-DCFA-40C7-A9C7-376DB006D52E}" srcOrd="0" destOrd="0" presId="urn:microsoft.com/office/officeart/2005/8/layout/vList5"/>
    <dgm:cxn modelId="{1D2EFC5A-48C0-41D1-AE98-A0C712511E5A}" srcId="{76B20C86-CB3A-4A3C-96EC-CB22CFC89B41}" destId="{7BBB5C7C-6BD4-4ED5-9A14-522F61AB22B2}" srcOrd="0" destOrd="0" parTransId="{D6CEDC0F-0841-47CF-9AE3-655712E08214}" sibTransId="{468D93C2-ADFC-486D-890A-A8C5B3DE2BE0}"/>
    <dgm:cxn modelId="{A676658A-21A7-4862-B553-66FA86F21D75}" srcId="{76B20C86-CB3A-4A3C-96EC-CB22CFC89B41}" destId="{C63ED08A-DA6C-41D5-B169-707CCC96DD08}" srcOrd="3" destOrd="0" parTransId="{31A19E65-4678-49C5-BD16-0F9B3726767A}" sibTransId="{67776E48-B1E4-410F-8074-2DADC2AAD4C0}"/>
    <dgm:cxn modelId="{0D5F658F-3B1C-4931-A187-B1728350524B}" srcId="{3523E10D-D9B7-45E4-BB0C-65E50011B901}" destId="{B293C819-A422-47DA-B966-C994F69409E3}" srcOrd="0" destOrd="0" parTransId="{EE74FF95-E312-4079-9734-FD4A057581DF}" sibTransId="{1CE30C1E-F2B6-47C0-BEE0-9595671B6938}"/>
    <dgm:cxn modelId="{4D87B391-BA78-4526-9462-339E1217A87F}" type="presOf" srcId="{D5CF0BE5-674B-4D66-9598-88FB9B0F2041}" destId="{C32F62F3-DCAE-40FC-B2D8-A29452F36DDE}" srcOrd="0" destOrd="0" presId="urn:microsoft.com/office/officeart/2005/8/layout/vList5"/>
    <dgm:cxn modelId="{7B81DC9A-8F38-4A62-B456-7827397DB352}" srcId="{D5CF0BE5-674B-4D66-9598-88FB9B0F2041}" destId="{E278095D-AC77-4F8D-BCBA-805772B3BFBC}" srcOrd="0" destOrd="0" parTransId="{B6176659-DDA0-441C-A802-7916F0517E90}" sibTransId="{7D833389-26D0-49CB-BE97-A1B40EA08B80}"/>
    <dgm:cxn modelId="{0D7A1B9C-919B-424C-A9BB-E1EE2945F66D}" type="presOf" srcId="{7BBB5C7C-6BD4-4ED5-9A14-522F61AB22B2}" destId="{5FB13C96-B354-4AAD-B3E6-0726E4871DA5}" srcOrd="0" destOrd="0" presId="urn:microsoft.com/office/officeart/2005/8/layout/vList5"/>
    <dgm:cxn modelId="{2977C9A1-B402-407F-A932-97C65348BC85}" type="presOf" srcId="{3523E10D-D9B7-45E4-BB0C-65E50011B901}" destId="{C7565B17-CF97-441B-8DC3-266D149F11B4}" srcOrd="0" destOrd="0" presId="urn:microsoft.com/office/officeart/2005/8/layout/vList5"/>
    <dgm:cxn modelId="{7EB031D0-31E1-4992-9FF8-D5ECD27FAD1B}" srcId="{C63ED08A-DA6C-41D5-B169-707CCC96DD08}" destId="{3B4D2258-DAE2-452D-A4CC-6877E23A5DAC}" srcOrd="0" destOrd="0" parTransId="{713A4634-3ECC-40ED-B579-342D1DF06ECE}" sibTransId="{CDDAF6F3-AC16-443E-9288-AEEB64C5E160}"/>
    <dgm:cxn modelId="{E397FFDA-09CA-4B8F-A1A7-56A6B73B2FA0}" srcId="{080ADB63-DACA-4736-9F39-954A28453BD3}" destId="{C41F8EEB-4AA8-4421-9AD5-2C765095D1C7}" srcOrd="0" destOrd="0" parTransId="{77065D56-FC9D-4AFC-B8C2-F61B65D7BD3C}" sibTransId="{69887157-1B73-4938-BE0E-42DC3100030D}"/>
    <dgm:cxn modelId="{1DA1ADE8-54DB-4994-AB24-5CFF163732B9}" srcId="{76B20C86-CB3A-4A3C-96EC-CB22CFC89B41}" destId="{3523E10D-D9B7-45E4-BB0C-65E50011B901}" srcOrd="2" destOrd="0" parTransId="{E854F6B0-B843-449E-9B71-668E59FFCCE4}" sibTransId="{B95D85D1-43F5-4D9B-B949-236A76DF449E}"/>
    <dgm:cxn modelId="{9130DBF7-BC01-462A-AF18-2A48BF912CF8}" srcId="{76B20C86-CB3A-4A3C-96EC-CB22CFC89B41}" destId="{080ADB63-DACA-4736-9F39-954A28453BD3}" srcOrd="4" destOrd="0" parTransId="{3E573921-0A9F-4605-9125-7107CC32DA65}" sibTransId="{D4F82D85-9F3A-4392-9A3B-5F0D7BF51298}"/>
    <dgm:cxn modelId="{B05042FB-14DB-42E6-A9DB-6CF62813F99E}" type="presOf" srcId="{B293C819-A422-47DA-B966-C994F69409E3}" destId="{B3D6362C-D125-4022-B25F-713B44D3D7A3}" srcOrd="0" destOrd="0" presId="urn:microsoft.com/office/officeart/2005/8/layout/vList5"/>
    <dgm:cxn modelId="{C2F2EBFE-2C1E-4A9C-B72F-98230613BA61}" type="presOf" srcId="{E278095D-AC77-4F8D-BCBA-805772B3BFBC}" destId="{2FDA8F69-B76E-4621-A370-081DB427A394}" srcOrd="0" destOrd="0" presId="urn:microsoft.com/office/officeart/2005/8/layout/vList5"/>
    <dgm:cxn modelId="{6A5A1EFF-6745-491B-99F1-A0495CC34B14}" type="presOf" srcId="{ACC60AC4-600E-435E-88E1-73E253A903E4}" destId="{E204A026-33E3-470E-9530-884CD475767D}" srcOrd="0" destOrd="0" presId="urn:microsoft.com/office/officeart/2005/8/layout/vList5"/>
    <dgm:cxn modelId="{475353CB-0CBF-4DB3-AAF1-94CB247F5274}" type="presParOf" srcId="{180D5F70-2F77-443D-8C29-F7A2A0EEC020}" destId="{0F3B61A0-9546-481B-9093-49C9B7A3F9A3}" srcOrd="0" destOrd="0" presId="urn:microsoft.com/office/officeart/2005/8/layout/vList5"/>
    <dgm:cxn modelId="{BBD22ED8-FE46-41E3-868E-E1C8CAF72E83}" type="presParOf" srcId="{0F3B61A0-9546-481B-9093-49C9B7A3F9A3}" destId="{5FB13C96-B354-4AAD-B3E6-0726E4871DA5}" srcOrd="0" destOrd="0" presId="urn:microsoft.com/office/officeart/2005/8/layout/vList5"/>
    <dgm:cxn modelId="{E6DD8A1D-337F-4181-AF12-3E8427D02A89}" type="presParOf" srcId="{180D5F70-2F77-443D-8C29-F7A2A0EEC020}" destId="{82E1AF11-69D3-4A33-A9DF-A951F2FDAB1F}" srcOrd="1" destOrd="0" presId="urn:microsoft.com/office/officeart/2005/8/layout/vList5"/>
    <dgm:cxn modelId="{9C8385D5-A940-4355-ADFE-402F7A256255}" type="presParOf" srcId="{180D5F70-2F77-443D-8C29-F7A2A0EEC020}" destId="{460DF825-F752-4FFA-91B2-714AA74B506E}" srcOrd="2" destOrd="0" presId="urn:microsoft.com/office/officeart/2005/8/layout/vList5"/>
    <dgm:cxn modelId="{D12A1905-F587-46F5-8A15-CF54B32BFD6D}" type="presParOf" srcId="{460DF825-F752-4FFA-91B2-714AA74B506E}" destId="{E204A026-33E3-470E-9530-884CD475767D}" srcOrd="0" destOrd="0" presId="urn:microsoft.com/office/officeart/2005/8/layout/vList5"/>
    <dgm:cxn modelId="{01A27636-6479-40EC-B518-7E2A92DED2D3}" type="presParOf" srcId="{460DF825-F752-4FFA-91B2-714AA74B506E}" destId="{0C93F5CD-DCFA-40C7-A9C7-376DB006D52E}" srcOrd="1" destOrd="0" presId="urn:microsoft.com/office/officeart/2005/8/layout/vList5"/>
    <dgm:cxn modelId="{B1EF41EC-CF1F-44A0-8B1E-9EC25A43C32D}" type="presParOf" srcId="{180D5F70-2F77-443D-8C29-F7A2A0EEC020}" destId="{48C838E5-835F-4D22-922C-69CC39FC07B4}" srcOrd="3" destOrd="0" presId="urn:microsoft.com/office/officeart/2005/8/layout/vList5"/>
    <dgm:cxn modelId="{5535BFD5-69BD-46F7-A735-64C2D3A51146}" type="presParOf" srcId="{180D5F70-2F77-443D-8C29-F7A2A0EEC020}" destId="{D5D56F29-E81A-4122-A2EC-05A875F4EC8A}" srcOrd="4" destOrd="0" presId="urn:microsoft.com/office/officeart/2005/8/layout/vList5"/>
    <dgm:cxn modelId="{0F5F6C57-3EC9-4398-BFCD-C0233C33B1B8}" type="presParOf" srcId="{D5D56F29-E81A-4122-A2EC-05A875F4EC8A}" destId="{C7565B17-CF97-441B-8DC3-266D149F11B4}" srcOrd="0" destOrd="0" presId="urn:microsoft.com/office/officeart/2005/8/layout/vList5"/>
    <dgm:cxn modelId="{228FEF84-C8C7-442E-8F9B-43467ED41D09}" type="presParOf" srcId="{D5D56F29-E81A-4122-A2EC-05A875F4EC8A}" destId="{B3D6362C-D125-4022-B25F-713B44D3D7A3}" srcOrd="1" destOrd="0" presId="urn:microsoft.com/office/officeart/2005/8/layout/vList5"/>
    <dgm:cxn modelId="{58868609-2B7B-48F7-81C2-63F42FB92167}" type="presParOf" srcId="{180D5F70-2F77-443D-8C29-F7A2A0EEC020}" destId="{5D959DF2-C281-439B-AE53-B03E3745EA14}" srcOrd="5" destOrd="0" presId="urn:microsoft.com/office/officeart/2005/8/layout/vList5"/>
    <dgm:cxn modelId="{75B1BA02-6CA7-43BE-BAEC-61C8432899C3}" type="presParOf" srcId="{180D5F70-2F77-443D-8C29-F7A2A0EEC020}" destId="{098CA65F-872D-4548-9BAA-865428A086A1}" srcOrd="6" destOrd="0" presId="urn:microsoft.com/office/officeart/2005/8/layout/vList5"/>
    <dgm:cxn modelId="{603B5717-079D-47E6-B2D1-0C63F78EB673}" type="presParOf" srcId="{098CA65F-872D-4548-9BAA-865428A086A1}" destId="{F73D2B90-738D-4E5C-B462-658815D4B37D}" srcOrd="0" destOrd="0" presId="urn:microsoft.com/office/officeart/2005/8/layout/vList5"/>
    <dgm:cxn modelId="{A50D5A61-CB75-43C5-9430-E6F032EDD130}" type="presParOf" srcId="{098CA65F-872D-4548-9BAA-865428A086A1}" destId="{F547B8DA-8A7E-421C-8994-278EF7003FA1}" srcOrd="1" destOrd="0" presId="urn:microsoft.com/office/officeart/2005/8/layout/vList5"/>
    <dgm:cxn modelId="{438477E6-4D56-4C23-9E0B-5E7007D80545}" type="presParOf" srcId="{180D5F70-2F77-443D-8C29-F7A2A0EEC020}" destId="{B9F9D4BA-6946-41BC-BE82-E9D68AABAB17}" srcOrd="7" destOrd="0" presId="urn:microsoft.com/office/officeart/2005/8/layout/vList5"/>
    <dgm:cxn modelId="{2C043E53-EA6A-4347-9511-80AFDF13E611}" type="presParOf" srcId="{180D5F70-2F77-443D-8C29-F7A2A0EEC020}" destId="{1A205F15-AD3C-4C6A-A695-ADE3ADFE6C26}" srcOrd="8" destOrd="0" presId="urn:microsoft.com/office/officeart/2005/8/layout/vList5"/>
    <dgm:cxn modelId="{F58BE7A5-4C31-4D33-BA76-9D8DD73B0280}" type="presParOf" srcId="{1A205F15-AD3C-4C6A-A695-ADE3ADFE6C26}" destId="{E57E4EBB-75CF-4BE3-9565-DEBB62CC922D}" srcOrd="0" destOrd="0" presId="urn:microsoft.com/office/officeart/2005/8/layout/vList5"/>
    <dgm:cxn modelId="{FECEB5DB-304C-41A8-80D8-94D08CBFECCB}" type="presParOf" srcId="{1A205F15-AD3C-4C6A-A695-ADE3ADFE6C26}" destId="{39B164BB-B5EC-4F9F-8E24-8E4FF8F99F12}" srcOrd="1" destOrd="0" presId="urn:microsoft.com/office/officeart/2005/8/layout/vList5"/>
    <dgm:cxn modelId="{437B1746-47D9-4769-AB05-D87A1E233133}" type="presParOf" srcId="{180D5F70-2F77-443D-8C29-F7A2A0EEC020}" destId="{7A8546EC-DEF0-4202-B2AB-792BADB87927}" srcOrd="9" destOrd="0" presId="urn:microsoft.com/office/officeart/2005/8/layout/vList5"/>
    <dgm:cxn modelId="{EF453C24-1078-4DD6-BA8C-536E6D7A74CE}" type="presParOf" srcId="{180D5F70-2F77-443D-8C29-F7A2A0EEC020}" destId="{14045C71-D4F1-489E-907B-5EC1DEEBCF62}" srcOrd="10" destOrd="0" presId="urn:microsoft.com/office/officeart/2005/8/layout/vList5"/>
    <dgm:cxn modelId="{AC820533-C0AD-469C-9250-CAA74E602FC1}" type="presParOf" srcId="{14045C71-D4F1-489E-907B-5EC1DEEBCF62}" destId="{C32F62F3-DCAE-40FC-B2D8-A29452F36DDE}" srcOrd="0" destOrd="0" presId="urn:microsoft.com/office/officeart/2005/8/layout/vList5"/>
    <dgm:cxn modelId="{CFDBA32F-F296-411A-B5EA-CF5F4CB63144}" type="presParOf" srcId="{14045C71-D4F1-489E-907B-5EC1DEEBCF62}" destId="{2FDA8F69-B76E-4621-A370-081DB427A39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EB3021-5E5B-4885-8861-736F1A899F05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13AF52A-9698-46C8-AAC8-B2B9D39195D8}">
      <dgm:prSet/>
      <dgm:spPr/>
      <dgm:t>
        <a:bodyPr/>
        <a:lstStyle/>
        <a:p>
          <a:r>
            <a:rPr lang="en-US"/>
            <a:t>Develop a secure and scalable file management system.</a:t>
          </a:r>
        </a:p>
      </dgm:t>
    </dgm:pt>
    <dgm:pt modelId="{86E88E8B-83AF-45A3-AE9A-702A2D477FA1}" type="parTrans" cxnId="{E5937163-E0EF-4A7B-8C9A-3749501F8C6E}">
      <dgm:prSet/>
      <dgm:spPr/>
      <dgm:t>
        <a:bodyPr/>
        <a:lstStyle/>
        <a:p>
          <a:endParaRPr lang="en-US"/>
        </a:p>
      </dgm:t>
    </dgm:pt>
    <dgm:pt modelId="{45D732F9-6B80-41BC-B1E3-7BB9CA48734E}" type="sibTrans" cxnId="{E5937163-E0EF-4A7B-8C9A-3749501F8C6E}">
      <dgm:prSet/>
      <dgm:spPr/>
      <dgm:t>
        <a:bodyPr/>
        <a:lstStyle/>
        <a:p>
          <a:endParaRPr lang="en-US"/>
        </a:p>
      </dgm:t>
    </dgm:pt>
    <dgm:pt modelId="{248D925A-4133-4ECC-9DD2-5F2CF284F356}">
      <dgm:prSet/>
      <dgm:spPr/>
      <dgm:t>
        <a:bodyPr/>
        <a:lstStyle/>
        <a:p>
          <a:r>
            <a:rPr lang="en-US"/>
            <a:t>Implement AI‑based content moderation for uploaded files.</a:t>
          </a:r>
        </a:p>
      </dgm:t>
    </dgm:pt>
    <dgm:pt modelId="{4FFC36FE-6AF6-4E0E-B5CF-394100983818}" type="parTrans" cxnId="{0ACE0394-48EE-4FAF-8C41-FF7CE43AB0E7}">
      <dgm:prSet/>
      <dgm:spPr/>
      <dgm:t>
        <a:bodyPr/>
        <a:lstStyle/>
        <a:p>
          <a:endParaRPr lang="en-US"/>
        </a:p>
      </dgm:t>
    </dgm:pt>
    <dgm:pt modelId="{F69152A7-8EB1-4C33-8B11-5A5870FB2E16}" type="sibTrans" cxnId="{0ACE0394-48EE-4FAF-8C41-FF7CE43AB0E7}">
      <dgm:prSet/>
      <dgm:spPr/>
      <dgm:t>
        <a:bodyPr/>
        <a:lstStyle/>
        <a:p>
          <a:endParaRPr lang="en-US"/>
        </a:p>
      </dgm:t>
    </dgm:pt>
    <dgm:pt modelId="{4B588963-5EAF-40F4-9569-8D1E868FE58A}">
      <dgm:prSet/>
      <dgm:spPr/>
      <dgm:t>
        <a:bodyPr/>
        <a:lstStyle/>
        <a:p>
          <a:r>
            <a:rPr lang="en-US"/>
            <a:t>Design a multi‑stage approval workflow before publishing content.</a:t>
          </a:r>
        </a:p>
      </dgm:t>
    </dgm:pt>
    <dgm:pt modelId="{697FEB33-F442-46D9-B333-F8CEEFE03D85}" type="parTrans" cxnId="{D7E6C3BC-2EFD-4707-AB76-EDD511F8AFCC}">
      <dgm:prSet/>
      <dgm:spPr/>
      <dgm:t>
        <a:bodyPr/>
        <a:lstStyle/>
        <a:p>
          <a:endParaRPr lang="en-US"/>
        </a:p>
      </dgm:t>
    </dgm:pt>
    <dgm:pt modelId="{259CAD91-5310-4065-85E9-4C308CB07782}" type="sibTrans" cxnId="{D7E6C3BC-2EFD-4707-AB76-EDD511F8AFCC}">
      <dgm:prSet/>
      <dgm:spPr/>
      <dgm:t>
        <a:bodyPr/>
        <a:lstStyle/>
        <a:p>
          <a:endParaRPr lang="en-US"/>
        </a:p>
      </dgm:t>
    </dgm:pt>
    <dgm:pt modelId="{EB10DB8D-9A2A-4577-918A-148AF5A59542}">
      <dgm:prSet/>
      <dgm:spPr/>
      <dgm:t>
        <a:bodyPr/>
        <a:lstStyle/>
        <a:p>
          <a:r>
            <a:rPr lang="en-US"/>
            <a:t>Provide role‑based access control and secure file sharing.</a:t>
          </a:r>
        </a:p>
      </dgm:t>
    </dgm:pt>
    <dgm:pt modelId="{96A725F9-AF24-4E51-863B-1801DBAAF874}" type="parTrans" cxnId="{090792A2-1B44-4ECC-AEA5-6105E4EA4CE9}">
      <dgm:prSet/>
      <dgm:spPr/>
      <dgm:t>
        <a:bodyPr/>
        <a:lstStyle/>
        <a:p>
          <a:endParaRPr lang="en-US"/>
        </a:p>
      </dgm:t>
    </dgm:pt>
    <dgm:pt modelId="{1B605CCB-56C5-4485-AE3F-22B957A2243B}" type="sibTrans" cxnId="{090792A2-1B44-4ECC-AEA5-6105E4EA4CE9}">
      <dgm:prSet/>
      <dgm:spPr/>
      <dgm:t>
        <a:bodyPr/>
        <a:lstStyle/>
        <a:p>
          <a:endParaRPr lang="en-US"/>
        </a:p>
      </dgm:t>
    </dgm:pt>
    <dgm:pt modelId="{DF0C1D5E-2D04-41B7-B4A5-B05E89C1A243}">
      <dgm:prSet/>
      <dgm:spPr/>
      <dgm:t>
        <a:bodyPr/>
        <a:lstStyle/>
        <a:p>
          <a:r>
            <a:rPr lang="en-US"/>
            <a:t>Maintain comprehensive audit logs and monitoring for compliance.</a:t>
          </a:r>
        </a:p>
      </dgm:t>
    </dgm:pt>
    <dgm:pt modelId="{C7A2FA32-707C-49F2-97F2-FAB577C80273}" type="parTrans" cxnId="{496ABDE2-A11E-496E-9D5C-9CC0388E10A2}">
      <dgm:prSet/>
      <dgm:spPr/>
      <dgm:t>
        <a:bodyPr/>
        <a:lstStyle/>
        <a:p>
          <a:endParaRPr lang="en-US"/>
        </a:p>
      </dgm:t>
    </dgm:pt>
    <dgm:pt modelId="{299EA02B-2D5C-4AAF-B9CE-5719DD2B9724}" type="sibTrans" cxnId="{496ABDE2-A11E-496E-9D5C-9CC0388E10A2}">
      <dgm:prSet/>
      <dgm:spPr/>
      <dgm:t>
        <a:bodyPr/>
        <a:lstStyle/>
        <a:p>
          <a:endParaRPr lang="en-US"/>
        </a:p>
      </dgm:t>
    </dgm:pt>
    <dgm:pt modelId="{5D43D709-FACE-41FA-8C54-3F31A3DBF6B3}">
      <dgm:prSet/>
      <dgm:spPr/>
      <dgm:t>
        <a:bodyPr/>
        <a:lstStyle/>
        <a:p>
          <a:r>
            <a:rPr lang="en-US"/>
            <a:t>Reduce operational costs compared to commercial enterprise platforms</a:t>
          </a:r>
        </a:p>
      </dgm:t>
    </dgm:pt>
    <dgm:pt modelId="{1A1A16EF-55DA-4138-B8D3-0F2C3D6BFB9E}" type="parTrans" cxnId="{621A2AAB-79B8-407E-BDB6-A7D097666A21}">
      <dgm:prSet/>
      <dgm:spPr/>
      <dgm:t>
        <a:bodyPr/>
        <a:lstStyle/>
        <a:p>
          <a:endParaRPr lang="en-US"/>
        </a:p>
      </dgm:t>
    </dgm:pt>
    <dgm:pt modelId="{5CE0A5E4-FC3A-4220-9995-1D897DD99B66}" type="sibTrans" cxnId="{621A2AAB-79B8-407E-BDB6-A7D097666A21}">
      <dgm:prSet/>
      <dgm:spPr/>
      <dgm:t>
        <a:bodyPr/>
        <a:lstStyle/>
        <a:p>
          <a:endParaRPr lang="en-US"/>
        </a:p>
      </dgm:t>
    </dgm:pt>
    <dgm:pt modelId="{451A9F4F-A3B5-428A-9219-93EA9C46E962}">
      <dgm:prSet/>
      <dgm:spPr/>
      <dgm:t>
        <a:bodyPr/>
        <a:lstStyle/>
        <a:p>
          <a:r>
            <a:rPr lang="en-US"/>
            <a:t>Provide an intuitive user interface that requires minimal training</a:t>
          </a:r>
        </a:p>
      </dgm:t>
    </dgm:pt>
    <dgm:pt modelId="{7D743BDB-582C-4DB6-B33E-34B5CCC88548}" type="parTrans" cxnId="{644BA902-D826-44DC-844E-46F4A43AFD6E}">
      <dgm:prSet/>
      <dgm:spPr/>
      <dgm:t>
        <a:bodyPr/>
        <a:lstStyle/>
        <a:p>
          <a:endParaRPr lang="en-US"/>
        </a:p>
      </dgm:t>
    </dgm:pt>
    <dgm:pt modelId="{6B701B63-70F4-4329-AFCD-43998AED7358}" type="sibTrans" cxnId="{644BA902-D826-44DC-844E-46F4A43AFD6E}">
      <dgm:prSet/>
      <dgm:spPr/>
      <dgm:t>
        <a:bodyPr/>
        <a:lstStyle/>
        <a:p>
          <a:endParaRPr lang="en-US"/>
        </a:p>
      </dgm:t>
    </dgm:pt>
    <dgm:pt modelId="{E4DEA0E1-E6E4-4A18-8342-DEC335B38C61}">
      <dgm:prSet/>
      <dgm:spPr/>
    </dgm:pt>
    <dgm:pt modelId="{E02A7BCA-5863-464A-972B-C09AA42B0BB2}" type="parTrans" cxnId="{F4A9764D-188D-40D2-BCAE-E5D723430BD8}">
      <dgm:prSet/>
      <dgm:spPr/>
      <dgm:t>
        <a:bodyPr/>
        <a:lstStyle/>
        <a:p>
          <a:endParaRPr lang="en-US"/>
        </a:p>
      </dgm:t>
    </dgm:pt>
    <dgm:pt modelId="{8FFFA898-6FC0-4001-A426-AE8B19EE920A}" type="sibTrans" cxnId="{F4A9764D-188D-40D2-BCAE-E5D723430BD8}">
      <dgm:prSet/>
      <dgm:spPr/>
      <dgm:t>
        <a:bodyPr/>
        <a:lstStyle/>
        <a:p>
          <a:endParaRPr lang="en-US"/>
        </a:p>
      </dgm:t>
    </dgm:pt>
    <dgm:pt modelId="{0604C3A3-B8BE-44B3-8C8C-59D858D83660}">
      <dgm:prSet/>
      <dgm:spPr/>
    </dgm:pt>
    <dgm:pt modelId="{8A07EAE5-FC73-459D-B47E-C6E59E294020}" type="parTrans" cxnId="{DC0DCD81-04DB-432C-8E0B-970C719E7018}">
      <dgm:prSet/>
      <dgm:spPr/>
      <dgm:t>
        <a:bodyPr/>
        <a:lstStyle/>
        <a:p>
          <a:endParaRPr lang="en-US"/>
        </a:p>
      </dgm:t>
    </dgm:pt>
    <dgm:pt modelId="{0184892C-96E8-4C49-B7FA-ECB3992FE43A}" type="sibTrans" cxnId="{DC0DCD81-04DB-432C-8E0B-970C719E7018}">
      <dgm:prSet/>
      <dgm:spPr/>
      <dgm:t>
        <a:bodyPr/>
        <a:lstStyle/>
        <a:p>
          <a:endParaRPr lang="en-US"/>
        </a:p>
      </dgm:t>
    </dgm:pt>
    <dgm:pt modelId="{187A9584-4F13-4A9B-B3D3-E8FCC8C2405D}" type="pres">
      <dgm:prSet presAssocID="{9BEB3021-5E5B-4885-8861-736F1A899F05}" presName="compositeShape" presStyleCnt="0">
        <dgm:presLayoutVars>
          <dgm:chMax val="7"/>
          <dgm:dir/>
          <dgm:resizeHandles val="exact"/>
        </dgm:presLayoutVars>
      </dgm:prSet>
      <dgm:spPr/>
    </dgm:pt>
    <dgm:pt modelId="{3DD3DF56-1C98-47AF-9F04-CF82196A45D0}" type="pres">
      <dgm:prSet presAssocID="{813AF52A-9698-46C8-AAC8-B2B9D39195D8}" presName="circ1" presStyleLbl="vennNode1" presStyleIdx="0" presStyleCnt="7"/>
      <dgm:spPr/>
    </dgm:pt>
    <dgm:pt modelId="{FB396D85-685D-4703-B38F-F972F560684F}" type="pres">
      <dgm:prSet presAssocID="{813AF52A-9698-46C8-AAC8-B2B9D39195D8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E684DBC-9736-4BE0-AF10-E86A886FB70D}" type="pres">
      <dgm:prSet presAssocID="{248D925A-4133-4ECC-9DD2-5F2CF284F356}" presName="circ2" presStyleLbl="vennNode1" presStyleIdx="1" presStyleCnt="7"/>
      <dgm:spPr/>
    </dgm:pt>
    <dgm:pt modelId="{EF763563-1125-4A44-A636-CDA364C04FB5}" type="pres">
      <dgm:prSet presAssocID="{248D925A-4133-4ECC-9DD2-5F2CF284F356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C6CCA59-A518-4A69-8A12-590B56B86523}" type="pres">
      <dgm:prSet presAssocID="{4B588963-5EAF-40F4-9569-8D1E868FE58A}" presName="circ3" presStyleLbl="vennNode1" presStyleIdx="2" presStyleCnt="7"/>
      <dgm:spPr/>
    </dgm:pt>
    <dgm:pt modelId="{D90EE85C-1D03-4156-B7B8-A0EAF78F4B78}" type="pres">
      <dgm:prSet presAssocID="{4B588963-5EAF-40F4-9569-8D1E868FE58A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3E9B2C-BB31-4CC1-9461-141A5B153F20}" type="pres">
      <dgm:prSet presAssocID="{EB10DB8D-9A2A-4577-918A-148AF5A59542}" presName="circ4" presStyleLbl="vennNode1" presStyleIdx="3" presStyleCnt="7"/>
      <dgm:spPr/>
    </dgm:pt>
    <dgm:pt modelId="{5640A39C-8E5C-4D88-B917-0A784F347BAE}" type="pres">
      <dgm:prSet presAssocID="{EB10DB8D-9A2A-4577-918A-148AF5A59542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9829F4D-2260-4F40-BCFF-31436806C83A}" type="pres">
      <dgm:prSet presAssocID="{DF0C1D5E-2D04-41B7-B4A5-B05E89C1A243}" presName="circ5" presStyleLbl="vennNode1" presStyleIdx="4" presStyleCnt="7"/>
      <dgm:spPr/>
    </dgm:pt>
    <dgm:pt modelId="{2D57569D-3700-424C-8471-D1F3D6220467}" type="pres">
      <dgm:prSet presAssocID="{DF0C1D5E-2D04-41B7-B4A5-B05E89C1A243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F720F88-E653-4C24-BD31-F932F5BBFBE9}" type="pres">
      <dgm:prSet presAssocID="{5D43D709-FACE-41FA-8C54-3F31A3DBF6B3}" presName="circ6" presStyleLbl="vennNode1" presStyleIdx="5" presStyleCnt="7"/>
      <dgm:spPr/>
    </dgm:pt>
    <dgm:pt modelId="{2531040A-05EE-4D37-A8AD-6AFBEF5947E6}" type="pres">
      <dgm:prSet presAssocID="{5D43D709-FACE-41FA-8C54-3F31A3DBF6B3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5F79BCD-83D4-4DE7-B699-9B5F7407B0A2}" type="pres">
      <dgm:prSet presAssocID="{451A9F4F-A3B5-428A-9219-93EA9C46E962}" presName="circ7" presStyleLbl="vennNode1" presStyleIdx="6" presStyleCnt="7"/>
      <dgm:spPr/>
    </dgm:pt>
    <dgm:pt modelId="{A17A1AA5-9B7D-4DAF-80BD-9F2715E58780}" type="pres">
      <dgm:prSet presAssocID="{451A9F4F-A3B5-428A-9219-93EA9C46E962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644BA902-D826-44DC-844E-46F4A43AFD6E}" srcId="{9BEB3021-5E5B-4885-8861-736F1A899F05}" destId="{451A9F4F-A3B5-428A-9219-93EA9C46E962}" srcOrd="6" destOrd="0" parTransId="{7D743BDB-582C-4DB6-B33E-34B5CCC88548}" sibTransId="{6B701B63-70F4-4329-AFCD-43998AED7358}"/>
    <dgm:cxn modelId="{EE0DA304-9ED8-4466-91C8-EB147221F674}" type="presOf" srcId="{248D925A-4133-4ECC-9DD2-5F2CF284F356}" destId="{EF763563-1125-4A44-A636-CDA364C04FB5}" srcOrd="0" destOrd="0" presId="urn:microsoft.com/office/officeart/2005/8/layout/venn1"/>
    <dgm:cxn modelId="{50B8A110-9B74-49FA-A70A-063D5F51A498}" type="presOf" srcId="{4B588963-5EAF-40F4-9569-8D1E868FE58A}" destId="{D90EE85C-1D03-4156-B7B8-A0EAF78F4B78}" srcOrd="0" destOrd="0" presId="urn:microsoft.com/office/officeart/2005/8/layout/venn1"/>
    <dgm:cxn modelId="{FC6A2E17-C929-4A0B-A72E-765D2F4ADD7C}" type="presOf" srcId="{9BEB3021-5E5B-4885-8861-736F1A899F05}" destId="{187A9584-4F13-4A9B-B3D3-E8FCC8C2405D}" srcOrd="0" destOrd="0" presId="urn:microsoft.com/office/officeart/2005/8/layout/venn1"/>
    <dgm:cxn modelId="{55A2222F-85A7-42BA-8724-B553CDEBACC5}" type="presOf" srcId="{813AF52A-9698-46C8-AAC8-B2B9D39195D8}" destId="{FB396D85-685D-4703-B38F-F972F560684F}" srcOrd="0" destOrd="0" presId="urn:microsoft.com/office/officeart/2005/8/layout/venn1"/>
    <dgm:cxn modelId="{E5937163-E0EF-4A7B-8C9A-3749501F8C6E}" srcId="{9BEB3021-5E5B-4885-8861-736F1A899F05}" destId="{813AF52A-9698-46C8-AAC8-B2B9D39195D8}" srcOrd="0" destOrd="0" parTransId="{86E88E8B-83AF-45A3-AE9A-702A2D477FA1}" sibTransId="{45D732F9-6B80-41BC-B1E3-7BB9CA48734E}"/>
    <dgm:cxn modelId="{738B7A6A-941E-4CB4-A4F4-AA93D5FB66EA}" type="presOf" srcId="{451A9F4F-A3B5-428A-9219-93EA9C46E962}" destId="{A17A1AA5-9B7D-4DAF-80BD-9F2715E58780}" srcOrd="0" destOrd="0" presId="urn:microsoft.com/office/officeart/2005/8/layout/venn1"/>
    <dgm:cxn modelId="{F4A9764D-188D-40D2-BCAE-E5D723430BD8}" srcId="{9BEB3021-5E5B-4885-8861-736F1A899F05}" destId="{E4DEA0E1-E6E4-4A18-8342-DEC335B38C61}" srcOrd="7" destOrd="0" parTransId="{E02A7BCA-5863-464A-972B-C09AA42B0BB2}" sibTransId="{8FFFA898-6FC0-4001-A426-AE8B19EE920A}"/>
    <dgm:cxn modelId="{DC0DCD81-04DB-432C-8E0B-970C719E7018}" srcId="{9BEB3021-5E5B-4885-8861-736F1A899F05}" destId="{0604C3A3-B8BE-44B3-8C8C-59D858D83660}" srcOrd="8" destOrd="0" parTransId="{8A07EAE5-FC73-459D-B47E-C6E59E294020}" sibTransId="{0184892C-96E8-4C49-B7FA-ECB3992FE43A}"/>
    <dgm:cxn modelId="{0ACE0394-48EE-4FAF-8C41-FF7CE43AB0E7}" srcId="{9BEB3021-5E5B-4885-8861-736F1A899F05}" destId="{248D925A-4133-4ECC-9DD2-5F2CF284F356}" srcOrd="1" destOrd="0" parTransId="{4FFC36FE-6AF6-4E0E-B5CF-394100983818}" sibTransId="{F69152A7-8EB1-4C33-8B11-5A5870FB2E16}"/>
    <dgm:cxn modelId="{090792A2-1B44-4ECC-AEA5-6105E4EA4CE9}" srcId="{9BEB3021-5E5B-4885-8861-736F1A899F05}" destId="{EB10DB8D-9A2A-4577-918A-148AF5A59542}" srcOrd="3" destOrd="0" parTransId="{96A725F9-AF24-4E51-863B-1801DBAAF874}" sibTransId="{1B605CCB-56C5-4485-AE3F-22B957A2243B}"/>
    <dgm:cxn modelId="{621A2AAB-79B8-407E-BDB6-A7D097666A21}" srcId="{9BEB3021-5E5B-4885-8861-736F1A899F05}" destId="{5D43D709-FACE-41FA-8C54-3F31A3DBF6B3}" srcOrd="5" destOrd="0" parTransId="{1A1A16EF-55DA-4138-B8D3-0F2C3D6BFB9E}" sibTransId="{5CE0A5E4-FC3A-4220-9995-1D897DD99B66}"/>
    <dgm:cxn modelId="{01ACE0AD-8B47-4E81-B0FD-999523A9FFC4}" type="presOf" srcId="{DF0C1D5E-2D04-41B7-B4A5-B05E89C1A243}" destId="{2D57569D-3700-424C-8471-D1F3D6220467}" srcOrd="0" destOrd="0" presId="urn:microsoft.com/office/officeart/2005/8/layout/venn1"/>
    <dgm:cxn modelId="{B6D049B8-FA92-4A5A-94CE-2885C1B2FF63}" type="presOf" srcId="{EB10DB8D-9A2A-4577-918A-148AF5A59542}" destId="{5640A39C-8E5C-4D88-B917-0A784F347BAE}" srcOrd="0" destOrd="0" presId="urn:microsoft.com/office/officeart/2005/8/layout/venn1"/>
    <dgm:cxn modelId="{D7E6C3BC-2EFD-4707-AB76-EDD511F8AFCC}" srcId="{9BEB3021-5E5B-4885-8861-736F1A899F05}" destId="{4B588963-5EAF-40F4-9569-8D1E868FE58A}" srcOrd="2" destOrd="0" parTransId="{697FEB33-F442-46D9-B333-F8CEEFE03D85}" sibTransId="{259CAD91-5310-4065-85E9-4C308CB07782}"/>
    <dgm:cxn modelId="{496ABDE2-A11E-496E-9D5C-9CC0388E10A2}" srcId="{9BEB3021-5E5B-4885-8861-736F1A899F05}" destId="{DF0C1D5E-2D04-41B7-B4A5-B05E89C1A243}" srcOrd="4" destOrd="0" parTransId="{C7A2FA32-707C-49F2-97F2-FAB577C80273}" sibTransId="{299EA02B-2D5C-4AAF-B9CE-5719DD2B9724}"/>
    <dgm:cxn modelId="{5F83D3EE-4AD1-4A9A-869C-F7B14893472F}" type="presOf" srcId="{5D43D709-FACE-41FA-8C54-3F31A3DBF6B3}" destId="{2531040A-05EE-4D37-A8AD-6AFBEF5947E6}" srcOrd="0" destOrd="0" presId="urn:microsoft.com/office/officeart/2005/8/layout/venn1"/>
    <dgm:cxn modelId="{2C2252F3-02FA-45DC-87FF-13DE167BB22E}" type="presParOf" srcId="{187A9584-4F13-4A9B-B3D3-E8FCC8C2405D}" destId="{3DD3DF56-1C98-47AF-9F04-CF82196A45D0}" srcOrd="0" destOrd="0" presId="urn:microsoft.com/office/officeart/2005/8/layout/venn1"/>
    <dgm:cxn modelId="{245BDFE7-3C6F-429C-B064-AC2698CBB4CA}" type="presParOf" srcId="{187A9584-4F13-4A9B-B3D3-E8FCC8C2405D}" destId="{FB396D85-685D-4703-B38F-F972F560684F}" srcOrd="1" destOrd="0" presId="urn:microsoft.com/office/officeart/2005/8/layout/venn1"/>
    <dgm:cxn modelId="{0C5A1730-233E-4DB0-85A8-18BB55CEAEFD}" type="presParOf" srcId="{187A9584-4F13-4A9B-B3D3-E8FCC8C2405D}" destId="{1E684DBC-9736-4BE0-AF10-E86A886FB70D}" srcOrd="2" destOrd="0" presId="urn:microsoft.com/office/officeart/2005/8/layout/venn1"/>
    <dgm:cxn modelId="{30B06D01-140D-4B90-929F-605DBD06B43B}" type="presParOf" srcId="{187A9584-4F13-4A9B-B3D3-E8FCC8C2405D}" destId="{EF763563-1125-4A44-A636-CDA364C04FB5}" srcOrd="3" destOrd="0" presId="urn:microsoft.com/office/officeart/2005/8/layout/venn1"/>
    <dgm:cxn modelId="{259FAEB5-EEEE-44A0-A22F-4176BCF24F53}" type="presParOf" srcId="{187A9584-4F13-4A9B-B3D3-E8FCC8C2405D}" destId="{5C6CCA59-A518-4A69-8A12-590B56B86523}" srcOrd="4" destOrd="0" presId="urn:microsoft.com/office/officeart/2005/8/layout/venn1"/>
    <dgm:cxn modelId="{5A3DB49D-E4A2-4959-AC99-EDE07B8A9E8A}" type="presParOf" srcId="{187A9584-4F13-4A9B-B3D3-E8FCC8C2405D}" destId="{D90EE85C-1D03-4156-B7B8-A0EAF78F4B78}" srcOrd="5" destOrd="0" presId="urn:microsoft.com/office/officeart/2005/8/layout/venn1"/>
    <dgm:cxn modelId="{0091CF0E-A22C-4581-BD2E-8A020E542CDE}" type="presParOf" srcId="{187A9584-4F13-4A9B-B3D3-E8FCC8C2405D}" destId="{2A3E9B2C-BB31-4CC1-9461-141A5B153F20}" srcOrd="6" destOrd="0" presId="urn:microsoft.com/office/officeart/2005/8/layout/venn1"/>
    <dgm:cxn modelId="{819DF0A5-E334-4DA4-A8B6-95712CB628AA}" type="presParOf" srcId="{187A9584-4F13-4A9B-B3D3-E8FCC8C2405D}" destId="{5640A39C-8E5C-4D88-B917-0A784F347BAE}" srcOrd="7" destOrd="0" presId="urn:microsoft.com/office/officeart/2005/8/layout/venn1"/>
    <dgm:cxn modelId="{D310681B-E014-4487-BC31-38259DA10019}" type="presParOf" srcId="{187A9584-4F13-4A9B-B3D3-E8FCC8C2405D}" destId="{D9829F4D-2260-4F40-BCFF-31436806C83A}" srcOrd="8" destOrd="0" presId="urn:microsoft.com/office/officeart/2005/8/layout/venn1"/>
    <dgm:cxn modelId="{A51F2E4E-2B57-4DD3-8729-C5559FDC32BD}" type="presParOf" srcId="{187A9584-4F13-4A9B-B3D3-E8FCC8C2405D}" destId="{2D57569D-3700-424C-8471-D1F3D6220467}" srcOrd="9" destOrd="0" presId="urn:microsoft.com/office/officeart/2005/8/layout/venn1"/>
    <dgm:cxn modelId="{CCD4A6D5-2DDF-4589-9203-C2425CEAD011}" type="presParOf" srcId="{187A9584-4F13-4A9B-B3D3-E8FCC8C2405D}" destId="{AF720F88-E653-4C24-BD31-F932F5BBFBE9}" srcOrd="10" destOrd="0" presId="urn:microsoft.com/office/officeart/2005/8/layout/venn1"/>
    <dgm:cxn modelId="{647BB461-B2A6-4EF3-A0E3-B91C1CACDB56}" type="presParOf" srcId="{187A9584-4F13-4A9B-B3D3-E8FCC8C2405D}" destId="{2531040A-05EE-4D37-A8AD-6AFBEF5947E6}" srcOrd="11" destOrd="0" presId="urn:microsoft.com/office/officeart/2005/8/layout/venn1"/>
    <dgm:cxn modelId="{1B0CB6EE-911B-4A9C-B29F-F80C57D02ADA}" type="presParOf" srcId="{187A9584-4F13-4A9B-B3D3-E8FCC8C2405D}" destId="{D5F79BCD-83D4-4DE7-B699-9B5F7407B0A2}" srcOrd="12" destOrd="0" presId="urn:microsoft.com/office/officeart/2005/8/layout/venn1"/>
    <dgm:cxn modelId="{587B44B0-E166-4C00-A6A3-C7D420CB1870}" type="presParOf" srcId="{187A9584-4F13-4A9B-B3D3-E8FCC8C2405D}" destId="{A17A1AA5-9B7D-4DAF-80BD-9F2715E58780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A915B6-F584-459E-8457-BE0A35D4CBF9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764FAC9-3B65-4A6F-87DF-286C47E4F010}">
      <dgm:prSet/>
      <dgm:spPr/>
      <dgm:t>
        <a:bodyPr/>
        <a:lstStyle/>
        <a:p>
          <a:r>
            <a:rPr lang="en-US" b="1"/>
            <a:t>Frontend Development: </a:t>
          </a:r>
          <a:r>
            <a:rPr lang="en-US"/>
            <a:t>React 18 with TypeScript and TailwindCSS for modern UI.</a:t>
          </a:r>
        </a:p>
      </dgm:t>
    </dgm:pt>
    <dgm:pt modelId="{6216A67D-2451-4E72-AD5D-4C3F516AB929}" type="parTrans" cxnId="{2BBC0CA5-01D0-4F1A-927A-A163BD837FC5}">
      <dgm:prSet/>
      <dgm:spPr/>
      <dgm:t>
        <a:bodyPr/>
        <a:lstStyle/>
        <a:p>
          <a:endParaRPr lang="en-US"/>
        </a:p>
      </dgm:t>
    </dgm:pt>
    <dgm:pt modelId="{21FCCE46-0741-4F7F-836C-98C01DFECC64}" type="sibTrans" cxnId="{2BBC0CA5-01D0-4F1A-927A-A163BD837FC5}">
      <dgm:prSet/>
      <dgm:spPr/>
      <dgm:t>
        <a:bodyPr/>
        <a:lstStyle/>
        <a:p>
          <a:endParaRPr lang="en-US"/>
        </a:p>
      </dgm:t>
    </dgm:pt>
    <dgm:pt modelId="{42F31516-F3CA-4264-9B14-FB0E1147AB06}">
      <dgm:prSet/>
      <dgm:spPr/>
      <dgm:t>
        <a:bodyPr/>
        <a:lstStyle/>
        <a:p>
          <a:r>
            <a:rPr lang="en-US" b="1"/>
            <a:t>Backend Services</a:t>
          </a:r>
          <a:r>
            <a:rPr lang="en-US"/>
            <a:t>: Supabase Edge Functions running serverless APIs.</a:t>
          </a:r>
        </a:p>
      </dgm:t>
    </dgm:pt>
    <dgm:pt modelId="{1560DBD3-2EC0-456B-A88A-7FF24333F111}" type="parTrans" cxnId="{7B4E65F4-A275-4A1B-8422-889BD04A1BF8}">
      <dgm:prSet/>
      <dgm:spPr/>
      <dgm:t>
        <a:bodyPr/>
        <a:lstStyle/>
        <a:p>
          <a:endParaRPr lang="en-US"/>
        </a:p>
      </dgm:t>
    </dgm:pt>
    <dgm:pt modelId="{BEC95636-0215-4505-B486-E0B76CBA16E1}" type="sibTrans" cxnId="{7B4E65F4-A275-4A1B-8422-889BD04A1BF8}">
      <dgm:prSet/>
      <dgm:spPr/>
      <dgm:t>
        <a:bodyPr/>
        <a:lstStyle/>
        <a:p>
          <a:endParaRPr lang="en-US"/>
        </a:p>
      </dgm:t>
    </dgm:pt>
    <dgm:pt modelId="{6BB0C416-0047-435D-85CA-31889C480A35}">
      <dgm:prSet/>
      <dgm:spPr/>
      <dgm:t>
        <a:bodyPr/>
        <a:lstStyle/>
        <a:p>
          <a:r>
            <a:rPr lang="en-US" b="1"/>
            <a:t>Database Layer: </a:t>
          </a:r>
          <a:r>
            <a:rPr lang="en-US"/>
            <a:t>PostgreSQL with Row Level Security for access control.</a:t>
          </a:r>
        </a:p>
      </dgm:t>
    </dgm:pt>
    <dgm:pt modelId="{0FE714E0-0ACD-4972-936D-7DB2645C0C7D}" type="parTrans" cxnId="{08C4F78B-B383-4851-BC97-D9BA73A9EE3B}">
      <dgm:prSet/>
      <dgm:spPr/>
      <dgm:t>
        <a:bodyPr/>
        <a:lstStyle/>
        <a:p>
          <a:endParaRPr lang="en-US"/>
        </a:p>
      </dgm:t>
    </dgm:pt>
    <dgm:pt modelId="{18763F5A-39B2-4A34-B2E2-EDE4C5CEA21A}" type="sibTrans" cxnId="{08C4F78B-B383-4851-BC97-D9BA73A9EE3B}">
      <dgm:prSet/>
      <dgm:spPr/>
      <dgm:t>
        <a:bodyPr/>
        <a:lstStyle/>
        <a:p>
          <a:endParaRPr lang="en-US"/>
        </a:p>
      </dgm:t>
    </dgm:pt>
    <dgm:pt modelId="{27CB5F60-1FAD-474A-AB55-C9FDAF418319}">
      <dgm:prSet/>
      <dgm:spPr/>
      <dgm:t>
        <a:bodyPr/>
        <a:lstStyle/>
        <a:p>
          <a:r>
            <a:rPr lang="en-US" b="1"/>
            <a:t>AI Moderation Engine: </a:t>
          </a:r>
          <a:r>
            <a:rPr lang="en-US"/>
            <a:t>Google Gemini 2.5 Flash for analyzing uploaded content.</a:t>
          </a:r>
        </a:p>
      </dgm:t>
    </dgm:pt>
    <dgm:pt modelId="{627C532A-E33D-4A6D-A955-ED73FB8BA0E8}" type="parTrans" cxnId="{6E40BD46-639C-4BCE-BB73-DE6CF45D743A}">
      <dgm:prSet/>
      <dgm:spPr/>
      <dgm:t>
        <a:bodyPr/>
        <a:lstStyle/>
        <a:p>
          <a:endParaRPr lang="en-US"/>
        </a:p>
      </dgm:t>
    </dgm:pt>
    <dgm:pt modelId="{20D09232-77F5-4814-B395-1F3B0DD4DA89}" type="sibTrans" cxnId="{6E40BD46-639C-4BCE-BB73-DE6CF45D743A}">
      <dgm:prSet/>
      <dgm:spPr/>
      <dgm:t>
        <a:bodyPr/>
        <a:lstStyle/>
        <a:p>
          <a:endParaRPr lang="en-US"/>
        </a:p>
      </dgm:t>
    </dgm:pt>
    <dgm:pt modelId="{1C636EA4-48B8-47AC-80B8-6C033ACD18BE}">
      <dgm:prSet/>
      <dgm:spPr/>
      <dgm:t>
        <a:bodyPr/>
        <a:lstStyle/>
        <a:p>
          <a:r>
            <a:rPr lang="en-US" b="1"/>
            <a:t>Deployment</a:t>
          </a:r>
          <a:r>
            <a:rPr lang="en-US"/>
            <a:t>: Vercel cloud infrastructure for scalability and performance.</a:t>
          </a:r>
        </a:p>
      </dgm:t>
    </dgm:pt>
    <dgm:pt modelId="{E52B4FBB-338A-45FF-AC9F-2C5AD1E7AFB4}" type="parTrans" cxnId="{6F95B4E2-E427-4D1B-AF9A-E7602D07EEEF}">
      <dgm:prSet/>
      <dgm:spPr/>
      <dgm:t>
        <a:bodyPr/>
        <a:lstStyle/>
        <a:p>
          <a:endParaRPr lang="en-US"/>
        </a:p>
      </dgm:t>
    </dgm:pt>
    <dgm:pt modelId="{E07BFF15-79D3-4AEF-8CC4-91532254EDDF}" type="sibTrans" cxnId="{6F95B4E2-E427-4D1B-AF9A-E7602D07EEEF}">
      <dgm:prSet/>
      <dgm:spPr/>
      <dgm:t>
        <a:bodyPr/>
        <a:lstStyle/>
        <a:p>
          <a:endParaRPr lang="en-US"/>
        </a:p>
      </dgm:t>
    </dgm:pt>
    <dgm:pt modelId="{691476FA-3D3C-45F7-98A1-E90C2F8FAA82}" type="pres">
      <dgm:prSet presAssocID="{89A915B6-F584-459E-8457-BE0A35D4CBF9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B6235BF0-9789-41F0-A674-D69B9F81B981}" type="pres">
      <dgm:prSet presAssocID="{A764FAC9-3B65-4A6F-87DF-286C47E4F010}" presName="circle1" presStyleLbl="node1" presStyleIdx="0" presStyleCnt="5"/>
      <dgm:spPr/>
    </dgm:pt>
    <dgm:pt modelId="{0A6183FB-62B2-4C23-9252-56942F906075}" type="pres">
      <dgm:prSet presAssocID="{A764FAC9-3B65-4A6F-87DF-286C47E4F010}" presName="space" presStyleCnt="0"/>
      <dgm:spPr/>
    </dgm:pt>
    <dgm:pt modelId="{49AD5EF4-CF0C-4D00-B805-A961ED110BD3}" type="pres">
      <dgm:prSet presAssocID="{A764FAC9-3B65-4A6F-87DF-286C47E4F010}" presName="rect1" presStyleLbl="alignAcc1" presStyleIdx="0" presStyleCnt="5"/>
      <dgm:spPr/>
    </dgm:pt>
    <dgm:pt modelId="{C32CCF25-6709-46B5-A5E1-9050621FFB0C}" type="pres">
      <dgm:prSet presAssocID="{42F31516-F3CA-4264-9B14-FB0E1147AB06}" presName="vertSpace2" presStyleLbl="node1" presStyleIdx="0" presStyleCnt="5"/>
      <dgm:spPr/>
    </dgm:pt>
    <dgm:pt modelId="{4400423F-4922-4602-89D5-8193859A8744}" type="pres">
      <dgm:prSet presAssocID="{42F31516-F3CA-4264-9B14-FB0E1147AB06}" presName="circle2" presStyleLbl="node1" presStyleIdx="1" presStyleCnt="5"/>
      <dgm:spPr/>
    </dgm:pt>
    <dgm:pt modelId="{B31AE807-1980-49BD-9258-4DF1EAE6BB9E}" type="pres">
      <dgm:prSet presAssocID="{42F31516-F3CA-4264-9B14-FB0E1147AB06}" presName="rect2" presStyleLbl="alignAcc1" presStyleIdx="1" presStyleCnt="5"/>
      <dgm:spPr/>
    </dgm:pt>
    <dgm:pt modelId="{C3BAB400-0E40-4A62-A131-DCD851E815F4}" type="pres">
      <dgm:prSet presAssocID="{6BB0C416-0047-435D-85CA-31889C480A35}" presName="vertSpace3" presStyleLbl="node1" presStyleIdx="1" presStyleCnt="5"/>
      <dgm:spPr/>
    </dgm:pt>
    <dgm:pt modelId="{D1842F03-070C-4A7E-8D35-FA49AB5667AC}" type="pres">
      <dgm:prSet presAssocID="{6BB0C416-0047-435D-85CA-31889C480A35}" presName="circle3" presStyleLbl="node1" presStyleIdx="2" presStyleCnt="5"/>
      <dgm:spPr/>
    </dgm:pt>
    <dgm:pt modelId="{8B0A6E85-2B96-47B8-A2BD-6B6AB1D6FC7B}" type="pres">
      <dgm:prSet presAssocID="{6BB0C416-0047-435D-85CA-31889C480A35}" presName="rect3" presStyleLbl="alignAcc1" presStyleIdx="2" presStyleCnt="5"/>
      <dgm:spPr/>
    </dgm:pt>
    <dgm:pt modelId="{45241EA9-EF1B-4C4E-BE21-F8367B463728}" type="pres">
      <dgm:prSet presAssocID="{27CB5F60-1FAD-474A-AB55-C9FDAF418319}" presName="vertSpace4" presStyleLbl="node1" presStyleIdx="2" presStyleCnt="5"/>
      <dgm:spPr/>
    </dgm:pt>
    <dgm:pt modelId="{D57A2E7B-04C8-4C37-A5BA-A56F10C0E2F8}" type="pres">
      <dgm:prSet presAssocID="{27CB5F60-1FAD-474A-AB55-C9FDAF418319}" presName="circle4" presStyleLbl="node1" presStyleIdx="3" presStyleCnt="5"/>
      <dgm:spPr/>
    </dgm:pt>
    <dgm:pt modelId="{7F6A54F9-CFDF-4404-98EA-7F6395F352D2}" type="pres">
      <dgm:prSet presAssocID="{27CB5F60-1FAD-474A-AB55-C9FDAF418319}" presName="rect4" presStyleLbl="alignAcc1" presStyleIdx="3" presStyleCnt="5"/>
      <dgm:spPr/>
    </dgm:pt>
    <dgm:pt modelId="{DA91B764-4B9B-4418-89D2-8FE0FAFE4AC9}" type="pres">
      <dgm:prSet presAssocID="{1C636EA4-48B8-47AC-80B8-6C033ACD18BE}" presName="vertSpace5" presStyleLbl="node1" presStyleIdx="3" presStyleCnt="5"/>
      <dgm:spPr/>
    </dgm:pt>
    <dgm:pt modelId="{21220C72-EE03-4A08-A2F5-F28C39EC73B0}" type="pres">
      <dgm:prSet presAssocID="{1C636EA4-48B8-47AC-80B8-6C033ACD18BE}" presName="circle5" presStyleLbl="node1" presStyleIdx="4" presStyleCnt="5"/>
      <dgm:spPr/>
    </dgm:pt>
    <dgm:pt modelId="{B7AFCCF2-E0F9-462A-BD9F-0C004982FC9D}" type="pres">
      <dgm:prSet presAssocID="{1C636EA4-48B8-47AC-80B8-6C033ACD18BE}" presName="rect5" presStyleLbl="alignAcc1" presStyleIdx="4" presStyleCnt="5"/>
      <dgm:spPr/>
    </dgm:pt>
    <dgm:pt modelId="{F149A093-F398-4837-89FA-BED24DB0EFAB}" type="pres">
      <dgm:prSet presAssocID="{A764FAC9-3B65-4A6F-87DF-286C47E4F010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326081E7-8F89-48CA-9644-CE38019D9613}" type="pres">
      <dgm:prSet presAssocID="{42F31516-F3CA-4264-9B14-FB0E1147AB06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0EBB35C6-CF01-4317-ADD0-C67D660B4910}" type="pres">
      <dgm:prSet presAssocID="{6BB0C416-0047-435D-85CA-31889C480A35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91796E01-301C-4D2A-9612-93BC3D1C331F}" type="pres">
      <dgm:prSet presAssocID="{27CB5F60-1FAD-474A-AB55-C9FDAF418319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DD82F90D-322B-4FE1-8389-47B1EA410498}" type="pres">
      <dgm:prSet presAssocID="{1C636EA4-48B8-47AC-80B8-6C033ACD18BE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51C3C101-338C-4935-A9B4-880484D94B5F}" type="presOf" srcId="{27CB5F60-1FAD-474A-AB55-C9FDAF418319}" destId="{91796E01-301C-4D2A-9612-93BC3D1C331F}" srcOrd="1" destOrd="0" presId="urn:microsoft.com/office/officeart/2005/8/layout/target3"/>
    <dgm:cxn modelId="{FCD77B0D-F75A-45F5-83F8-C320E3FDF3B0}" type="presOf" srcId="{89A915B6-F584-459E-8457-BE0A35D4CBF9}" destId="{691476FA-3D3C-45F7-98A1-E90C2F8FAA82}" srcOrd="0" destOrd="0" presId="urn:microsoft.com/office/officeart/2005/8/layout/target3"/>
    <dgm:cxn modelId="{6E40BD46-639C-4BCE-BB73-DE6CF45D743A}" srcId="{89A915B6-F584-459E-8457-BE0A35D4CBF9}" destId="{27CB5F60-1FAD-474A-AB55-C9FDAF418319}" srcOrd="3" destOrd="0" parTransId="{627C532A-E33D-4A6D-A955-ED73FB8BA0E8}" sibTransId="{20D09232-77F5-4814-B395-1F3B0DD4DA89}"/>
    <dgm:cxn modelId="{392D6C6D-B651-421D-9A87-2420719390B5}" type="presOf" srcId="{27CB5F60-1FAD-474A-AB55-C9FDAF418319}" destId="{7F6A54F9-CFDF-4404-98EA-7F6395F352D2}" srcOrd="0" destOrd="0" presId="urn:microsoft.com/office/officeart/2005/8/layout/target3"/>
    <dgm:cxn modelId="{42366650-8A1A-4898-802C-43E8AB84937E}" type="presOf" srcId="{42F31516-F3CA-4264-9B14-FB0E1147AB06}" destId="{326081E7-8F89-48CA-9644-CE38019D9613}" srcOrd="1" destOrd="0" presId="urn:microsoft.com/office/officeart/2005/8/layout/target3"/>
    <dgm:cxn modelId="{7105ED70-EBA6-4483-8C67-7DE7527B0A0C}" type="presOf" srcId="{6BB0C416-0047-435D-85CA-31889C480A35}" destId="{0EBB35C6-CF01-4317-ADD0-C67D660B4910}" srcOrd="1" destOrd="0" presId="urn:microsoft.com/office/officeart/2005/8/layout/target3"/>
    <dgm:cxn modelId="{08C4F78B-B383-4851-BC97-D9BA73A9EE3B}" srcId="{89A915B6-F584-459E-8457-BE0A35D4CBF9}" destId="{6BB0C416-0047-435D-85CA-31889C480A35}" srcOrd="2" destOrd="0" parTransId="{0FE714E0-0ACD-4972-936D-7DB2645C0C7D}" sibTransId="{18763F5A-39B2-4A34-B2E2-EDE4C5CEA21A}"/>
    <dgm:cxn modelId="{4D1EF991-5E13-40C7-B940-AAA0A0CCB687}" type="presOf" srcId="{A764FAC9-3B65-4A6F-87DF-286C47E4F010}" destId="{49AD5EF4-CF0C-4D00-B805-A961ED110BD3}" srcOrd="0" destOrd="0" presId="urn:microsoft.com/office/officeart/2005/8/layout/target3"/>
    <dgm:cxn modelId="{66A5DF9C-3495-4DA4-8305-3062A87D1C33}" type="presOf" srcId="{1C636EA4-48B8-47AC-80B8-6C033ACD18BE}" destId="{B7AFCCF2-E0F9-462A-BD9F-0C004982FC9D}" srcOrd="0" destOrd="0" presId="urn:microsoft.com/office/officeart/2005/8/layout/target3"/>
    <dgm:cxn modelId="{2BBC0CA5-01D0-4F1A-927A-A163BD837FC5}" srcId="{89A915B6-F584-459E-8457-BE0A35D4CBF9}" destId="{A764FAC9-3B65-4A6F-87DF-286C47E4F010}" srcOrd="0" destOrd="0" parTransId="{6216A67D-2451-4E72-AD5D-4C3F516AB929}" sibTransId="{21FCCE46-0741-4F7F-836C-98C01DFECC64}"/>
    <dgm:cxn modelId="{D5AF45B2-707B-4735-B772-DDDE21ACA68C}" type="presOf" srcId="{42F31516-F3CA-4264-9B14-FB0E1147AB06}" destId="{B31AE807-1980-49BD-9258-4DF1EAE6BB9E}" srcOrd="0" destOrd="0" presId="urn:microsoft.com/office/officeart/2005/8/layout/target3"/>
    <dgm:cxn modelId="{1EF4E4C3-F425-4599-AD11-5BD762DF7C26}" type="presOf" srcId="{1C636EA4-48B8-47AC-80B8-6C033ACD18BE}" destId="{DD82F90D-322B-4FE1-8389-47B1EA410498}" srcOrd="1" destOrd="0" presId="urn:microsoft.com/office/officeart/2005/8/layout/target3"/>
    <dgm:cxn modelId="{F3E51CD3-58AB-4C86-9AC6-58ECBE1E7ED4}" type="presOf" srcId="{A764FAC9-3B65-4A6F-87DF-286C47E4F010}" destId="{F149A093-F398-4837-89FA-BED24DB0EFAB}" srcOrd="1" destOrd="0" presId="urn:microsoft.com/office/officeart/2005/8/layout/target3"/>
    <dgm:cxn modelId="{6F95B4E2-E427-4D1B-AF9A-E7602D07EEEF}" srcId="{89A915B6-F584-459E-8457-BE0A35D4CBF9}" destId="{1C636EA4-48B8-47AC-80B8-6C033ACD18BE}" srcOrd="4" destOrd="0" parTransId="{E52B4FBB-338A-45FF-AC9F-2C5AD1E7AFB4}" sibTransId="{E07BFF15-79D3-4AEF-8CC4-91532254EDDF}"/>
    <dgm:cxn modelId="{7B4E65F4-A275-4A1B-8422-889BD04A1BF8}" srcId="{89A915B6-F584-459E-8457-BE0A35D4CBF9}" destId="{42F31516-F3CA-4264-9B14-FB0E1147AB06}" srcOrd="1" destOrd="0" parTransId="{1560DBD3-2EC0-456B-A88A-7FF24333F111}" sibTransId="{BEC95636-0215-4505-B486-E0B76CBA16E1}"/>
    <dgm:cxn modelId="{DD119AFE-C9D8-4072-8986-AD5AF7DC5B24}" type="presOf" srcId="{6BB0C416-0047-435D-85CA-31889C480A35}" destId="{8B0A6E85-2B96-47B8-A2BD-6B6AB1D6FC7B}" srcOrd="0" destOrd="0" presId="urn:microsoft.com/office/officeart/2005/8/layout/target3"/>
    <dgm:cxn modelId="{8132378C-9257-4634-BB4B-90833F2A32D7}" type="presParOf" srcId="{691476FA-3D3C-45F7-98A1-E90C2F8FAA82}" destId="{B6235BF0-9789-41F0-A674-D69B9F81B981}" srcOrd="0" destOrd="0" presId="urn:microsoft.com/office/officeart/2005/8/layout/target3"/>
    <dgm:cxn modelId="{5F9886DD-9ACE-487B-9EB5-4CBD84D8557F}" type="presParOf" srcId="{691476FA-3D3C-45F7-98A1-E90C2F8FAA82}" destId="{0A6183FB-62B2-4C23-9252-56942F906075}" srcOrd="1" destOrd="0" presId="urn:microsoft.com/office/officeart/2005/8/layout/target3"/>
    <dgm:cxn modelId="{B8FCB638-21D8-462B-8B22-B5FE88CF136F}" type="presParOf" srcId="{691476FA-3D3C-45F7-98A1-E90C2F8FAA82}" destId="{49AD5EF4-CF0C-4D00-B805-A961ED110BD3}" srcOrd="2" destOrd="0" presId="urn:microsoft.com/office/officeart/2005/8/layout/target3"/>
    <dgm:cxn modelId="{5E18EB60-F3FC-41FB-AE5E-DDFA6A66CDA5}" type="presParOf" srcId="{691476FA-3D3C-45F7-98A1-E90C2F8FAA82}" destId="{C32CCF25-6709-46B5-A5E1-9050621FFB0C}" srcOrd="3" destOrd="0" presId="urn:microsoft.com/office/officeart/2005/8/layout/target3"/>
    <dgm:cxn modelId="{102187B8-D7D3-4927-8D15-992C6E893076}" type="presParOf" srcId="{691476FA-3D3C-45F7-98A1-E90C2F8FAA82}" destId="{4400423F-4922-4602-89D5-8193859A8744}" srcOrd="4" destOrd="0" presId="urn:microsoft.com/office/officeart/2005/8/layout/target3"/>
    <dgm:cxn modelId="{EF8C2241-F314-4DCE-9336-44B68CFA23B4}" type="presParOf" srcId="{691476FA-3D3C-45F7-98A1-E90C2F8FAA82}" destId="{B31AE807-1980-49BD-9258-4DF1EAE6BB9E}" srcOrd="5" destOrd="0" presId="urn:microsoft.com/office/officeart/2005/8/layout/target3"/>
    <dgm:cxn modelId="{05BB6518-E366-4A3A-85C8-938CF1ADECE1}" type="presParOf" srcId="{691476FA-3D3C-45F7-98A1-E90C2F8FAA82}" destId="{C3BAB400-0E40-4A62-A131-DCD851E815F4}" srcOrd="6" destOrd="0" presId="urn:microsoft.com/office/officeart/2005/8/layout/target3"/>
    <dgm:cxn modelId="{C7996634-408A-41E7-B3B5-1A13215E232F}" type="presParOf" srcId="{691476FA-3D3C-45F7-98A1-E90C2F8FAA82}" destId="{D1842F03-070C-4A7E-8D35-FA49AB5667AC}" srcOrd="7" destOrd="0" presId="urn:microsoft.com/office/officeart/2005/8/layout/target3"/>
    <dgm:cxn modelId="{86914553-8E3D-4748-A716-D55003AE620F}" type="presParOf" srcId="{691476FA-3D3C-45F7-98A1-E90C2F8FAA82}" destId="{8B0A6E85-2B96-47B8-A2BD-6B6AB1D6FC7B}" srcOrd="8" destOrd="0" presId="urn:microsoft.com/office/officeart/2005/8/layout/target3"/>
    <dgm:cxn modelId="{52E924D2-808E-42A0-9014-B81A1F70CC42}" type="presParOf" srcId="{691476FA-3D3C-45F7-98A1-E90C2F8FAA82}" destId="{45241EA9-EF1B-4C4E-BE21-F8367B463728}" srcOrd="9" destOrd="0" presId="urn:microsoft.com/office/officeart/2005/8/layout/target3"/>
    <dgm:cxn modelId="{0F2DF588-A7EE-4288-BBDD-39E80317F05E}" type="presParOf" srcId="{691476FA-3D3C-45F7-98A1-E90C2F8FAA82}" destId="{D57A2E7B-04C8-4C37-A5BA-A56F10C0E2F8}" srcOrd="10" destOrd="0" presId="urn:microsoft.com/office/officeart/2005/8/layout/target3"/>
    <dgm:cxn modelId="{7DAF6B7D-982A-49E4-9616-2F1093729F97}" type="presParOf" srcId="{691476FA-3D3C-45F7-98A1-E90C2F8FAA82}" destId="{7F6A54F9-CFDF-4404-98EA-7F6395F352D2}" srcOrd="11" destOrd="0" presId="urn:microsoft.com/office/officeart/2005/8/layout/target3"/>
    <dgm:cxn modelId="{43A068A6-FB02-499A-BC45-9571C9D22444}" type="presParOf" srcId="{691476FA-3D3C-45F7-98A1-E90C2F8FAA82}" destId="{DA91B764-4B9B-4418-89D2-8FE0FAFE4AC9}" srcOrd="12" destOrd="0" presId="urn:microsoft.com/office/officeart/2005/8/layout/target3"/>
    <dgm:cxn modelId="{F4C1C52A-7720-49EB-8D5B-94113334C2CB}" type="presParOf" srcId="{691476FA-3D3C-45F7-98A1-E90C2F8FAA82}" destId="{21220C72-EE03-4A08-A2F5-F28C39EC73B0}" srcOrd="13" destOrd="0" presId="urn:microsoft.com/office/officeart/2005/8/layout/target3"/>
    <dgm:cxn modelId="{7A80D8DC-B92C-42CB-84D4-ACDB0A1418F4}" type="presParOf" srcId="{691476FA-3D3C-45F7-98A1-E90C2F8FAA82}" destId="{B7AFCCF2-E0F9-462A-BD9F-0C004982FC9D}" srcOrd="14" destOrd="0" presId="urn:microsoft.com/office/officeart/2005/8/layout/target3"/>
    <dgm:cxn modelId="{F1701960-9F75-4808-BC34-786E293FEB58}" type="presParOf" srcId="{691476FA-3D3C-45F7-98A1-E90C2F8FAA82}" destId="{F149A093-F398-4837-89FA-BED24DB0EFAB}" srcOrd="15" destOrd="0" presId="urn:microsoft.com/office/officeart/2005/8/layout/target3"/>
    <dgm:cxn modelId="{0DD7967C-4692-4F2D-ADDD-377B4BE41DAE}" type="presParOf" srcId="{691476FA-3D3C-45F7-98A1-E90C2F8FAA82}" destId="{326081E7-8F89-48CA-9644-CE38019D9613}" srcOrd="16" destOrd="0" presId="urn:microsoft.com/office/officeart/2005/8/layout/target3"/>
    <dgm:cxn modelId="{B62A49BA-27DA-452F-B566-01F53D23B90D}" type="presParOf" srcId="{691476FA-3D3C-45F7-98A1-E90C2F8FAA82}" destId="{0EBB35C6-CF01-4317-ADD0-C67D660B4910}" srcOrd="17" destOrd="0" presId="urn:microsoft.com/office/officeart/2005/8/layout/target3"/>
    <dgm:cxn modelId="{346EE3AD-9EC2-4B81-9E0D-413D96500955}" type="presParOf" srcId="{691476FA-3D3C-45F7-98A1-E90C2F8FAA82}" destId="{91796E01-301C-4D2A-9612-93BC3D1C331F}" srcOrd="18" destOrd="0" presId="urn:microsoft.com/office/officeart/2005/8/layout/target3"/>
    <dgm:cxn modelId="{1E537E66-810A-4563-AFB3-B1566072FD03}" type="presParOf" srcId="{691476FA-3D3C-45F7-98A1-E90C2F8FAA82}" destId="{DD82F90D-322B-4FE1-8389-47B1EA410498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B943AB5-D799-48E7-BE16-60FF48BC3F64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BF2E880-1DF5-4B02-B999-E5F35E39E9D2}">
      <dgm:prSet/>
      <dgm:spPr/>
      <dgm:t>
        <a:bodyPr/>
        <a:lstStyle/>
        <a:p>
          <a:r>
            <a:rPr lang="en-US"/>
            <a:t>User Upload </a:t>
          </a:r>
        </a:p>
      </dgm:t>
    </dgm:pt>
    <dgm:pt modelId="{6501C657-F50A-4CC6-AD0E-FB84F058B4EA}" type="parTrans" cxnId="{21056859-9D9D-4216-A7FF-5215B638877E}">
      <dgm:prSet/>
      <dgm:spPr/>
      <dgm:t>
        <a:bodyPr/>
        <a:lstStyle/>
        <a:p>
          <a:endParaRPr lang="en-US"/>
        </a:p>
      </dgm:t>
    </dgm:pt>
    <dgm:pt modelId="{C962EB3D-83E7-45E6-84D0-DC61104E6B8B}" type="sibTrans" cxnId="{21056859-9D9D-4216-A7FF-5215B638877E}">
      <dgm:prSet/>
      <dgm:spPr/>
      <dgm:t>
        <a:bodyPr/>
        <a:lstStyle/>
        <a:p>
          <a:endParaRPr lang="en-US"/>
        </a:p>
      </dgm:t>
    </dgm:pt>
    <dgm:pt modelId="{D4A9DEDB-275E-48C7-A0A7-3D940755D1FD}">
      <dgm:prSet/>
      <dgm:spPr/>
      <dgm:t>
        <a:bodyPr/>
        <a:lstStyle/>
        <a:p>
          <a:r>
            <a:rPr lang="en-US"/>
            <a:t>Temporary Storage </a:t>
          </a:r>
        </a:p>
      </dgm:t>
    </dgm:pt>
    <dgm:pt modelId="{EE400C6A-16FC-4E86-B111-50DB7DDD8B11}" type="parTrans" cxnId="{D497464B-CF50-4600-9184-2170471BAC03}">
      <dgm:prSet/>
      <dgm:spPr/>
      <dgm:t>
        <a:bodyPr/>
        <a:lstStyle/>
        <a:p>
          <a:endParaRPr lang="en-US"/>
        </a:p>
      </dgm:t>
    </dgm:pt>
    <dgm:pt modelId="{02D4C9DE-E71F-4B5E-A041-7E733D412442}" type="sibTrans" cxnId="{D497464B-CF50-4600-9184-2170471BAC03}">
      <dgm:prSet/>
      <dgm:spPr/>
      <dgm:t>
        <a:bodyPr/>
        <a:lstStyle/>
        <a:p>
          <a:endParaRPr lang="en-US"/>
        </a:p>
      </dgm:t>
    </dgm:pt>
    <dgm:pt modelId="{A243FC52-5185-47BC-AA1F-BBC052B75505}">
      <dgm:prSet/>
      <dgm:spPr/>
      <dgm:t>
        <a:bodyPr/>
        <a:lstStyle/>
        <a:p>
          <a:r>
            <a:rPr lang="en-US"/>
            <a:t>AI Moderation </a:t>
          </a:r>
        </a:p>
      </dgm:t>
    </dgm:pt>
    <dgm:pt modelId="{CEAD40C0-CC99-49E2-AD3C-08260A49CD2C}" type="parTrans" cxnId="{661495EF-184D-4A08-BFEC-7FE5432FE273}">
      <dgm:prSet/>
      <dgm:spPr/>
      <dgm:t>
        <a:bodyPr/>
        <a:lstStyle/>
        <a:p>
          <a:endParaRPr lang="en-US"/>
        </a:p>
      </dgm:t>
    </dgm:pt>
    <dgm:pt modelId="{FA2C7200-85F8-4398-8D3E-EADBB6441C6B}" type="sibTrans" cxnId="{661495EF-184D-4A08-BFEC-7FE5432FE273}">
      <dgm:prSet/>
      <dgm:spPr/>
      <dgm:t>
        <a:bodyPr/>
        <a:lstStyle/>
        <a:p>
          <a:endParaRPr lang="en-US"/>
        </a:p>
      </dgm:t>
    </dgm:pt>
    <dgm:pt modelId="{1429B5F2-F6A1-4A9B-BBE4-CB7EB1B4EA5C}">
      <dgm:prSet/>
      <dgm:spPr/>
      <dgm:t>
        <a:bodyPr/>
        <a:lstStyle/>
        <a:p>
          <a:r>
            <a:rPr lang="en-US"/>
            <a:t>Admin Approval </a:t>
          </a:r>
        </a:p>
      </dgm:t>
    </dgm:pt>
    <dgm:pt modelId="{E0671ED7-4DBA-4320-85D7-6D544E7D883A}" type="parTrans" cxnId="{E1A38555-ADB7-4634-9867-97F4B6D8319C}">
      <dgm:prSet/>
      <dgm:spPr/>
      <dgm:t>
        <a:bodyPr/>
        <a:lstStyle/>
        <a:p>
          <a:endParaRPr lang="en-US"/>
        </a:p>
      </dgm:t>
    </dgm:pt>
    <dgm:pt modelId="{FD4E63CC-9414-4E0A-936E-D83E6A0C8096}" type="sibTrans" cxnId="{E1A38555-ADB7-4634-9867-97F4B6D8319C}">
      <dgm:prSet/>
      <dgm:spPr/>
      <dgm:t>
        <a:bodyPr/>
        <a:lstStyle/>
        <a:p>
          <a:endParaRPr lang="en-US"/>
        </a:p>
      </dgm:t>
    </dgm:pt>
    <dgm:pt modelId="{74CECED4-5A87-4761-9ACC-18529F394026}">
      <dgm:prSet/>
      <dgm:spPr/>
      <dgm:t>
        <a:bodyPr/>
        <a:lstStyle/>
        <a:p>
          <a:r>
            <a:rPr lang="en-US"/>
            <a:t>File Publication.</a:t>
          </a:r>
        </a:p>
      </dgm:t>
    </dgm:pt>
    <dgm:pt modelId="{8084A609-BA5B-4EAF-ADCE-D182F74421DB}" type="parTrans" cxnId="{3BB5166F-003E-4AF5-80B0-2EB872F1AE3A}">
      <dgm:prSet/>
      <dgm:spPr/>
      <dgm:t>
        <a:bodyPr/>
        <a:lstStyle/>
        <a:p>
          <a:endParaRPr lang="en-US"/>
        </a:p>
      </dgm:t>
    </dgm:pt>
    <dgm:pt modelId="{7013BDEA-6189-48DD-868A-FC37B7109A41}" type="sibTrans" cxnId="{3BB5166F-003E-4AF5-80B0-2EB872F1AE3A}">
      <dgm:prSet/>
      <dgm:spPr/>
      <dgm:t>
        <a:bodyPr/>
        <a:lstStyle/>
        <a:p>
          <a:endParaRPr lang="en-US"/>
        </a:p>
      </dgm:t>
    </dgm:pt>
    <dgm:pt modelId="{9F022B99-4068-4E41-988E-5BE8891ADA57}" type="pres">
      <dgm:prSet presAssocID="{8B943AB5-D799-48E7-BE16-60FF48BC3F64}" presName="CompostProcess" presStyleCnt="0">
        <dgm:presLayoutVars>
          <dgm:dir/>
          <dgm:resizeHandles val="exact"/>
        </dgm:presLayoutVars>
      </dgm:prSet>
      <dgm:spPr/>
    </dgm:pt>
    <dgm:pt modelId="{54196CC0-D3C9-4624-AD96-014603019574}" type="pres">
      <dgm:prSet presAssocID="{8B943AB5-D799-48E7-BE16-60FF48BC3F64}" presName="arrow" presStyleLbl="bgShp" presStyleIdx="0" presStyleCnt="1"/>
      <dgm:spPr/>
    </dgm:pt>
    <dgm:pt modelId="{A27FE49D-FA4F-450F-9A80-A4F0810FA27E}" type="pres">
      <dgm:prSet presAssocID="{8B943AB5-D799-48E7-BE16-60FF48BC3F64}" presName="linearProcess" presStyleCnt="0"/>
      <dgm:spPr/>
    </dgm:pt>
    <dgm:pt modelId="{A31629CF-DAD9-4E61-A66E-DCE384AA9E9F}" type="pres">
      <dgm:prSet presAssocID="{ABF2E880-1DF5-4B02-B999-E5F35E39E9D2}" presName="textNode" presStyleLbl="node1" presStyleIdx="0" presStyleCnt="5">
        <dgm:presLayoutVars>
          <dgm:bulletEnabled val="1"/>
        </dgm:presLayoutVars>
      </dgm:prSet>
      <dgm:spPr/>
    </dgm:pt>
    <dgm:pt modelId="{1A5C85CF-1C05-43B4-8D58-797559F9F82A}" type="pres">
      <dgm:prSet presAssocID="{C962EB3D-83E7-45E6-84D0-DC61104E6B8B}" presName="sibTrans" presStyleCnt="0"/>
      <dgm:spPr/>
    </dgm:pt>
    <dgm:pt modelId="{2C642ED2-B9AE-4DC3-A9CB-7011BBD4D7DF}" type="pres">
      <dgm:prSet presAssocID="{D4A9DEDB-275E-48C7-A0A7-3D940755D1FD}" presName="textNode" presStyleLbl="node1" presStyleIdx="1" presStyleCnt="5">
        <dgm:presLayoutVars>
          <dgm:bulletEnabled val="1"/>
        </dgm:presLayoutVars>
      </dgm:prSet>
      <dgm:spPr/>
    </dgm:pt>
    <dgm:pt modelId="{24BE245E-5504-4DDD-BDF0-1D6C5A66FCC0}" type="pres">
      <dgm:prSet presAssocID="{02D4C9DE-E71F-4B5E-A041-7E733D412442}" presName="sibTrans" presStyleCnt="0"/>
      <dgm:spPr/>
    </dgm:pt>
    <dgm:pt modelId="{CB8BF89A-A969-4701-9E3E-20FE9DF3D4CF}" type="pres">
      <dgm:prSet presAssocID="{A243FC52-5185-47BC-AA1F-BBC052B75505}" presName="textNode" presStyleLbl="node1" presStyleIdx="2" presStyleCnt="5">
        <dgm:presLayoutVars>
          <dgm:bulletEnabled val="1"/>
        </dgm:presLayoutVars>
      </dgm:prSet>
      <dgm:spPr/>
    </dgm:pt>
    <dgm:pt modelId="{E5F63687-9260-4781-AEAC-A1EACDAC2308}" type="pres">
      <dgm:prSet presAssocID="{FA2C7200-85F8-4398-8D3E-EADBB6441C6B}" presName="sibTrans" presStyleCnt="0"/>
      <dgm:spPr/>
    </dgm:pt>
    <dgm:pt modelId="{422A6F6F-AF19-4325-9DD9-69EA8F858B7E}" type="pres">
      <dgm:prSet presAssocID="{1429B5F2-F6A1-4A9B-BBE4-CB7EB1B4EA5C}" presName="textNode" presStyleLbl="node1" presStyleIdx="3" presStyleCnt="5">
        <dgm:presLayoutVars>
          <dgm:bulletEnabled val="1"/>
        </dgm:presLayoutVars>
      </dgm:prSet>
      <dgm:spPr/>
    </dgm:pt>
    <dgm:pt modelId="{B4F3F440-4361-42AE-9C07-09203B780862}" type="pres">
      <dgm:prSet presAssocID="{FD4E63CC-9414-4E0A-936E-D83E6A0C8096}" presName="sibTrans" presStyleCnt="0"/>
      <dgm:spPr/>
    </dgm:pt>
    <dgm:pt modelId="{205D3BFE-0830-41A4-A7E8-2C75E7049950}" type="pres">
      <dgm:prSet presAssocID="{74CECED4-5A87-4761-9ACC-18529F394026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892C325B-C605-4E23-B9F9-62A235BB23B7}" type="presOf" srcId="{A243FC52-5185-47BC-AA1F-BBC052B75505}" destId="{CB8BF89A-A969-4701-9E3E-20FE9DF3D4CF}" srcOrd="0" destOrd="0" presId="urn:microsoft.com/office/officeart/2005/8/layout/hProcess9"/>
    <dgm:cxn modelId="{D497464B-CF50-4600-9184-2170471BAC03}" srcId="{8B943AB5-D799-48E7-BE16-60FF48BC3F64}" destId="{D4A9DEDB-275E-48C7-A0A7-3D940755D1FD}" srcOrd="1" destOrd="0" parTransId="{EE400C6A-16FC-4E86-B111-50DB7DDD8B11}" sibTransId="{02D4C9DE-E71F-4B5E-A041-7E733D412442}"/>
    <dgm:cxn modelId="{9AE98A6C-F52F-4075-9D0F-852719A19E86}" type="presOf" srcId="{D4A9DEDB-275E-48C7-A0A7-3D940755D1FD}" destId="{2C642ED2-B9AE-4DC3-A9CB-7011BBD4D7DF}" srcOrd="0" destOrd="0" presId="urn:microsoft.com/office/officeart/2005/8/layout/hProcess9"/>
    <dgm:cxn modelId="{3BB5166F-003E-4AF5-80B0-2EB872F1AE3A}" srcId="{8B943AB5-D799-48E7-BE16-60FF48BC3F64}" destId="{74CECED4-5A87-4761-9ACC-18529F394026}" srcOrd="4" destOrd="0" parTransId="{8084A609-BA5B-4EAF-ADCE-D182F74421DB}" sibTransId="{7013BDEA-6189-48DD-868A-FC37B7109A41}"/>
    <dgm:cxn modelId="{7906B253-D05C-45B0-BDBE-06C7D384465C}" type="presOf" srcId="{1429B5F2-F6A1-4A9B-BBE4-CB7EB1B4EA5C}" destId="{422A6F6F-AF19-4325-9DD9-69EA8F858B7E}" srcOrd="0" destOrd="0" presId="urn:microsoft.com/office/officeart/2005/8/layout/hProcess9"/>
    <dgm:cxn modelId="{E1A38555-ADB7-4634-9867-97F4B6D8319C}" srcId="{8B943AB5-D799-48E7-BE16-60FF48BC3F64}" destId="{1429B5F2-F6A1-4A9B-BBE4-CB7EB1B4EA5C}" srcOrd="3" destOrd="0" parTransId="{E0671ED7-4DBA-4320-85D7-6D544E7D883A}" sibTransId="{FD4E63CC-9414-4E0A-936E-D83E6A0C8096}"/>
    <dgm:cxn modelId="{21056859-9D9D-4216-A7FF-5215B638877E}" srcId="{8B943AB5-D799-48E7-BE16-60FF48BC3F64}" destId="{ABF2E880-1DF5-4B02-B999-E5F35E39E9D2}" srcOrd="0" destOrd="0" parTransId="{6501C657-F50A-4CC6-AD0E-FB84F058B4EA}" sibTransId="{C962EB3D-83E7-45E6-84D0-DC61104E6B8B}"/>
    <dgm:cxn modelId="{45A915A3-6CB0-44DF-A41C-5AD257755829}" type="presOf" srcId="{ABF2E880-1DF5-4B02-B999-E5F35E39E9D2}" destId="{A31629CF-DAD9-4E61-A66E-DCE384AA9E9F}" srcOrd="0" destOrd="0" presId="urn:microsoft.com/office/officeart/2005/8/layout/hProcess9"/>
    <dgm:cxn modelId="{DA0805AE-1126-4EE3-9762-EA875C59067E}" type="presOf" srcId="{8B943AB5-D799-48E7-BE16-60FF48BC3F64}" destId="{9F022B99-4068-4E41-988E-5BE8891ADA57}" srcOrd="0" destOrd="0" presId="urn:microsoft.com/office/officeart/2005/8/layout/hProcess9"/>
    <dgm:cxn modelId="{83C36CC9-955B-41B3-A227-BAAA51CF8398}" type="presOf" srcId="{74CECED4-5A87-4761-9ACC-18529F394026}" destId="{205D3BFE-0830-41A4-A7E8-2C75E7049950}" srcOrd="0" destOrd="0" presId="urn:microsoft.com/office/officeart/2005/8/layout/hProcess9"/>
    <dgm:cxn modelId="{661495EF-184D-4A08-BFEC-7FE5432FE273}" srcId="{8B943AB5-D799-48E7-BE16-60FF48BC3F64}" destId="{A243FC52-5185-47BC-AA1F-BBC052B75505}" srcOrd="2" destOrd="0" parTransId="{CEAD40C0-CC99-49E2-AD3C-08260A49CD2C}" sibTransId="{FA2C7200-85F8-4398-8D3E-EADBB6441C6B}"/>
    <dgm:cxn modelId="{F5ED320B-C7D2-4A33-BAAD-F778457BB6D5}" type="presParOf" srcId="{9F022B99-4068-4E41-988E-5BE8891ADA57}" destId="{54196CC0-D3C9-4624-AD96-014603019574}" srcOrd="0" destOrd="0" presId="urn:microsoft.com/office/officeart/2005/8/layout/hProcess9"/>
    <dgm:cxn modelId="{08D45016-60F3-4292-AB6F-EB1C00395574}" type="presParOf" srcId="{9F022B99-4068-4E41-988E-5BE8891ADA57}" destId="{A27FE49D-FA4F-450F-9A80-A4F0810FA27E}" srcOrd="1" destOrd="0" presId="urn:microsoft.com/office/officeart/2005/8/layout/hProcess9"/>
    <dgm:cxn modelId="{4B276692-CCB5-4B3B-8EF0-70F22BB88D28}" type="presParOf" srcId="{A27FE49D-FA4F-450F-9A80-A4F0810FA27E}" destId="{A31629CF-DAD9-4E61-A66E-DCE384AA9E9F}" srcOrd="0" destOrd="0" presId="urn:microsoft.com/office/officeart/2005/8/layout/hProcess9"/>
    <dgm:cxn modelId="{54741F3A-0EA2-4F76-A8C4-72E0B4CBE973}" type="presParOf" srcId="{A27FE49D-FA4F-450F-9A80-A4F0810FA27E}" destId="{1A5C85CF-1C05-43B4-8D58-797559F9F82A}" srcOrd="1" destOrd="0" presId="urn:microsoft.com/office/officeart/2005/8/layout/hProcess9"/>
    <dgm:cxn modelId="{8748BAFE-0750-4D5A-82B6-AFF8275EDA6E}" type="presParOf" srcId="{A27FE49D-FA4F-450F-9A80-A4F0810FA27E}" destId="{2C642ED2-B9AE-4DC3-A9CB-7011BBD4D7DF}" srcOrd="2" destOrd="0" presId="urn:microsoft.com/office/officeart/2005/8/layout/hProcess9"/>
    <dgm:cxn modelId="{F8701968-4C29-4F9C-9056-7EE278A16E32}" type="presParOf" srcId="{A27FE49D-FA4F-450F-9A80-A4F0810FA27E}" destId="{24BE245E-5504-4DDD-BDF0-1D6C5A66FCC0}" srcOrd="3" destOrd="0" presId="urn:microsoft.com/office/officeart/2005/8/layout/hProcess9"/>
    <dgm:cxn modelId="{35FFA3C9-6B6D-49F7-B8F3-513719E5F197}" type="presParOf" srcId="{A27FE49D-FA4F-450F-9A80-A4F0810FA27E}" destId="{CB8BF89A-A969-4701-9E3E-20FE9DF3D4CF}" srcOrd="4" destOrd="0" presId="urn:microsoft.com/office/officeart/2005/8/layout/hProcess9"/>
    <dgm:cxn modelId="{14E8F2FA-0C67-4A8C-BD81-A6D5AEF67AB7}" type="presParOf" srcId="{A27FE49D-FA4F-450F-9A80-A4F0810FA27E}" destId="{E5F63687-9260-4781-AEAC-A1EACDAC2308}" srcOrd="5" destOrd="0" presId="urn:microsoft.com/office/officeart/2005/8/layout/hProcess9"/>
    <dgm:cxn modelId="{EF179740-8D96-4CC7-BE1A-500C417F890B}" type="presParOf" srcId="{A27FE49D-FA4F-450F-9A80-A4F0810FA27E}" destId="{422A6F6F-AF19-4325-9DD9-69EA8F858B7E}" srcOrd="6" destOrd="0" presId="urn:microsoft.com/office/officeart/2005/8/layout/hProcess9"/>
    <dgm:cxn modelId="{4DA5ED0E-53DE-4A7B-9A46-0C400B7ED57D}" type="presParOf" srcId="{A27FE49D-FA4F-450F-9A80-A4F0810FA27E}" destId="{B4F3F440-4361-42AE-9C07-09203B780862}" srcOrd="7" destOrd="0" presId="urn:microsoft.com/office/officeart/2005/8/layout/hProcess9"/>
    <dgm:cxn modelId="{93A4E27C-82DD-41A9-BEF5-3EA49EA2AF6D}" type="presParOf" srcId="{A27FE49D-FA4F-450F-9A80-A4F0810FA27E}" destId="{205D3BFE-0830-41A4-A7E8-2C75E7049950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9F190DE-AF79-42DC-B38F-CA9F9D9A60A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AF18D4F-0F96-4548-89BD-F389EE5EE605}">
      <dgm:prSet/>
      <dgm:spPr/>
      <dgm:t>
        <a:bodyPr/>
        <a:lstStyle/>
        <a:p>
          <a:r>
            <a:rPr lang="en-US" b="1" dirty="0"/>
            <a:t>AI-Powered Moderation</a:t>
          </a:r>
          <a:br>
            <a:rPr lang="en-US" dirty="0"/>
          </a:br>
          <a:r>
            <a:rPr lang="en-US" dirty="0"/>
            <a:t>Improves platform security and reduces manual review workload.</a:t>
          </a:r>
        </a:p>
      </dgm:t>
    </dgm:pt>
    <dgm:pt modelId="{C3F952FC-24EA-446B-8308-56432C55ED49}" type="parTrans" cxnId="{038C0D86-5F5C-4FD9-BF9B-5C46FA1B03B5}">
      <dgm:prSet/>
      <dgm:spPr/>
      <dgm:t>
        <a:bodyPr/>
        <a:lstStyle/>
        <a:p>
          <a:endParaRPr lang="en-US"/>
        </a:p>
      </dgm:t>
    </dgm:pt>
    <dgm:pt modelId="{93184F1E-6960-4DAD-80F0-1F1C32E08000}" type="sibTrans" cxnId="{038C0D86-5F5C-4FD9-BF9B-5C46FA1B03B5}">
      <dgm:prSet/>
      <dgm:spPr/>
      <dgm:t>
        <a:bodyPr/>
        <a:lstStyle/>
        <a:p>
          <a:endParaRPr lang="en-US"/>
        </a:p>
      </dgm:t>
    </dgm:pt>
    <dgm:pt modelId="{83EC0EF0-7FFD-40C0-B3E8-D3AB07C0640B}">
      <dgm:prSet/>
      <dgm:spPr/>
      <dgm:t>
        <a:bodyPr/>
        <a:lstStyle/>
        <a:p>
          <a:r>
            <a:rPr lang="en-US" b="1"/>
            <a:t>Multi-Stage Approval Workflows</a:t>
          </a:r>
          <a:br>
            <a:rPr lang="en-US"/>
          </a:br>
          <a:r>
            <a:rPr lang="en-US"/>
            <a:t>Prevent unauthorized or harmful content from being published.</a:t>
          </a:r>
        </a:p>
      </dgm:t>
    </dgm:pt>
    <dgm:pt modelId="{53217805-3849-4EB6-A427-EDE3BD35AFCB}" type="parTrans" cxnId="{6ABC5533-8E6C-4F51-AD8C-1A4688D1014E}">
      <dgm:prSet/>
      <dgm:spPr/>
      <dgm:t>
        <a:bodyPr/>
        <a:lstStyle/>
        <a:p>
          <a:endParaRPr lang="en-US"/>
        </a:p>
      </dgm:t>
    </dgm:pt>
    <dgm:pt modelId="{FAB37C70-4498-4FB6-B302-756D4895E917}" type="sibTrans" cxnId="{6ABC5533-8E6C-4F51-AD8C-1A4688D1014E}">
      <dgm:prSet/>
      <dgm:spPr/>
      <dgm:t>
        <a:bodyPr/>
        <a:lstStyle/>
        <a:p>
          <a:endParaRPr lang="en-US"/>
        </a:p>
      </dgm:t>
    </dgm:pt>
    <dgm:pt modelId="{2EC665AA-D7B3-49CD-AA8E-8FA70AED3057}">
      <dgm:prSet/>
      <dgm:spPr/>
      <dgm:t>
        <a:bodyPr/>
        <a:lstStyle/>
        <a:p>
          <a:r>
            <a:rPr lang="en-US" b="1" dirty="0" err="1"/>
            <a:t>Passwordless</a:t>
          </a:r>
          <a:r>
            <a:rPr lang="en-US" b="1" dirty="0"/>
            <a:t> Authentication</a:t>
          </a:r>
          <a:br>
            <a:rPr lang="en-US" dirty="0"/>
          </a:br>
          <a:r>
            <a:rPr lang="en-US" dirty="0"/>
            <a:t>Reduces credential-based vulnerabilities.</a:t>
          </a:r>
        </a:p>
      </dgm:t>
    </dgm:pt>
    <dgm:pt modelId="{BD1EE323-8FD3-4243-B855-265EC0A04256}" type="parTrans" cxnId="{4A528E8B-5492-4746-9423-4D841B2B1947}">
      <dgm:prSet/>
      <dgm:spPr/>
      <dgm:t>
        <a:bodyPr/>
        <a:lstStyle/>
        <a:p>
          <a:endParaRPr lang="en-US"/>
        </a:p>
      </dgm:t>
    </dgm:pt>
    <dgm:pt modelId="{9A5F946A-7D50-4FAC-A6A3-D7CD1CF0960E}" type="sibTrans" cxnId="{4A528E8B-5492-4746-9423-4D841B2B1947}">
      <dgm:prSet/>
      <dgm:spPr/>
      <dgm:t>
        <a:bodyPr/>
        <a:lstStyle/>
        <a:p>
          <a:endParaRPr lang="en-US"/>
        </a:p>
      </dgm:t>
    </dgm:pt>
    <dgm:pt modelId="{0BB31537-24A3-443B-9DE8-52BE03227128}">
      <dgm:prSet/>
      <dgm:spPr/>
      <dgm:t>
        <a:bodyPr/>
        <a:lstStyle/>
        <a:p>
          <a:r>
            <a:rPr lang="en-US" b="1"/>
            <a:t>Serverless Architecture</a:t>
          </a:r>
          <a:br>
            <a:rPr lang="en-US"/>
          </a:br>
          <a:r>
            <a:rPr lang="en-US"/>
            <a:t>Provides scalability and high availability.</a:t>
          </a:r>
        </a:p>
      </dgm:t>
    </dgm:pt>
    <dgm:pt modelId="{DEEF7A27-80E8-470A-86FB-11C8524C6B2A}" type="parTrans" cxnId="{41C15EB4-938B-43E1-A8A7-38BB1651DF3D}">
      <dgm:prSet/>
      <dgm:spPr/>
      <dgm:t>
        <a:bodyPr/>
        <a:lstStyle/>
        <a:p>
          <a:endParaRPr lang="en-US"/>
        </a:p>
      </dgm:t>
    </dgm:pt>
    <dgm:pt modelId="{18B0492E-B954-49A6-9BC1-495F88A9957A}" type="sibTrans" cxnId="{41C15EB4-938B-43E1-A8A7-38BB1651DF3D}">
      <dgm:prSet/>
      <dgm:spPr/>
      <dgm:t>
        <a:bodyPr/>
        <a:lstStyle/>
        <a:p>
          <a:endParaRPr lang="en-US"/>
        </a:p>
      </dgm:t>
    </dgm:pt>
    <dgm:pt modelId="{F6E45891-C999-4C43-83C3-594D37F7D19F}">
      <dgm:prSet/>
      <dgm:spPr/>
      <dgm:t>
        <a:bodyPr/>
        <a:lstStyle/>
        <a:p>
          <a:r>
            <a:rPr lang="en-US" b="1"/>
            <a:t>Open-Source Architecture</a:t>
          </a:r>
          <a:br>
            <a:rPr lang="en-US"/>
          </a:br>
          <a:r>
            <a:rPr lang="en-US"/>
            <a:t>Eliminates vendor lock-in.</a:t>
          </a:r>
        </a:p>
      </dgm:t>
    </dgm:pt>
    <dgm:pt modelId="{94AFA8D0-C392-4E89-9721-44615BB54F6D}" type="parTrans" cxnId="{C29B16FA-7A6D-4DF3-B4C8-D4362C420C63}">
      <dgm:prSet/>
      <dgm:spPr/>
      <dgm:t>
        <a:bodyPr/>
        <a:lstStyle/>
        <a:p>
          <a:endParaRPr lang="en-US"/>
        </a:p>
      </dgm:t>
    </dgm:pt>
    <dgm:pt modelId="{AF1851FF-17E4-4E40-BE51-CA8D9EBE5AA0}" type="sibTrans" cxnId="{C29B16FA-7A6D-4DF3-B4C8-D4362C420C63}">
      <dgm:prSet/>
      <dgm:spPr/>
      <dgm:t>
        <a:bodyPr/>
        <a:lstStyle/>
        <a:p>
          <a:endParaRPr lang="en-US"/>
        </a:p>
      </dgm:t>
    </dgm:pt>
    <dgm:pt modelId="{0B15CAC2-0250-41AD-91E0-DB834876B1DD}">
      <dgm:prSet/>
      <dgm:spPr/>
      <dgm:t>
        <a:bodyPr/>
        <a:lstStyle/>
        <a:p>
          <a:r>
            <a:rPr lang="en-US" b="1" dirty="0"/>
            <a:t>Cost-Efficient Implementation</a:t>
          </a:r>
          <a:br>
            <a:rPr lang="en-US" dirty="0"/>
          </a:br>
          <a:r>
            <a:rPr lang="en-US" dirty="0"/>
            <a:t>Reduces expenses by </a:t>
          </a:r>
          <a:r>
            <a:rPr lang="en-US" b="1" dirty="0"/>
            <a:t>95–98% compared to commercial solutions</a:t>
          </a:r>
          <a:r>
            <a:rPr lang="en-US" dirty="0"/>
            <a:t>.</a:t>
          </a:r>
        </a:p>
      </dgm:t>
    </dgm:pt>
    <dgm:pt modelId="{6856C536-19C1-403B-A688-C5BF26911B51}" type="parTrans" cxnId="{9241D02A-ACE4-40F9-BE94-1EA6356F577B}">
      <dgm:prSet/>
      <dgm:spPr/>
      <dgm:t>
        <a:bodyPr/>
        <a:lstStyle/>
        <a:p>
          <a:endParaRPr lang="en-US"/>
        </a:p>
      </dgm:t>
    </dgm:pt>
    <dgm:pt modelId="{F192A51B-2DA5-408A-980C-52F6A9940E0F}" type="sibTrans" cxnId="{9241D02A-ACE4-40F9-BE94-1EA6356F577B}">
      <dgm:prSet/>
      <dgm:spPr/>
      <dgm:t>
        <a:bodyPr/>
        <a:lstStyle/>
        <a:p>
          <a:endParaRPr lang="en-US"/>
        </a:p>
      </dgm:t>
    </dgm:pt>
    <dgm:pt modelId="{5FAC3DA1-CE96-4345-BD8F-E2AED904A100}" type="pres">
      <dgm:prSet presAssocID="{D9F190DE-AF79-42DC-B38F-CA9F9D9A60A9}" presName="Name0" presStyleCnt="0">
        <dgm:presLayoutVars>
          <dgm:chMax val="7"/>
          <dgm:chPref val="7"/>
          <dgm:dir/>
        </dgm:presLayoutVars>
      </dgm:prSet>
      <dgm:spPr/>
    </dgm:pt>
    <dgm:pt modelId="{6313632C-80EF-4E57-9B75-3FEC093C41C8}" type="pres">
      <dgm:prSet presAssocID="{D9F190DE-AF79-42DC-B38F-CA9F9D9A60A9}" presName="Name1" presStyleCnt="0"/>
      <dgm:spPr/>
    </dgm:pt>
    <dgm:pt modelId="{F42F55D8-17DB-45FA-A64C-A63338686FF0}" type="pres">
      <dgm:prSet presAssocID="{D9F190DE-AF79-42DC-B38F-CA9F9D9A60A9}" presName="cycle" presStyleCnt="0"/>
      <dgm:spPr/>
    </dgm:pt>
    <dgm:pt modelId="{09AD9835-D987-42C8-9386-7298CE119485}" type="pres">
      <dgm:prSet presAssocID="{D9F190DE-AF79-42DC-B38F-CA9F9D9A60A9}" presName="srcNode" presStyleLbl="node1" presStyleIdx="0" presStyleCnt="6"/>
      <dgm:spPr/>
    </dgm:pt>
    <dgm:pt modelId="{219FCF59-0099-4D3B-BCAE-013A8309AA24}" type="pres">
      <dgm:prSet presAssocID="{D9F190DE-AF79-42DC-B38F-CA9F9D9A60A9}" presName="conn" presStyleLbl="parChTrans1D2" presStyleIdx="0" presStyleCnt="1"/>
      <dgm:spPr/>
    </dgm:pt>
    <dgm:pt modelId="{C1BD6514-8145-412E-99AC-97239B631F74}" type="pres">
      <dgm:prSet presAssocID="{D9F190DE-AF79-42DC-B38F-CA9F9D9A60A9}" presName="extraNode" presStyleLbl="node1" presStyleIdx="0" presStyleCnt="6"/>
      <dgm:spPr/>
    </dgm:pt>
    <dgm:pt modelId="{82A6ED6A-F889-47CA-B72A-94CF06D6B8C0}" type="pres">
      <dgm:prSet presAssocID="{D9F190DE-AF79-42DC-B38F-CA9F9D9A60A9}" presName="dstNode" presStyleLbl="node1" presStyleIdx="0" presStyleCnt="6"/>
      <dgm:spPr/>
    </dgm:pt>
    <dgm:pt modelId="{35AD9727-6DE6-4EF3-A25D-35B775A1BBBB}" type="pres">
      <dgm:prSet presAssocID="{8AF18D4F-0F96-4548-89BD-F389EE5EE605}" presName="text_1" presStyleLbl="node1" presStyleIdx="0" presStyleCnt="6">
        <dgm:presLayoutVars>
          <dgm:bulletEnabled val="1"/>
        </dgm:presLayoutVars>
      </dgm:prSet>
      <dgm:spPr/>
    </dgm:pt>
    <dgm:pt modelId="{D57B2B56-D231-4346-B16A-B703282EAE0C}" type="pres">
      <dgm:prSet presAssocID="{8AF18D4F-0F96-4548-89BD-F389EE5EE605}" presName="accent_1" presStyleCnt="0"/>
      <dgm:spPr/>
    </dgm:pt>
    <dgm:pt modelId="{75F811D5-8BF5-471E-96A3-264562517F31}" type="pres">
      <dgm:prSet presAssocID="{8AF18D4F-0F96-4548-89BD-F389EE5EE605}" presName="accentRepeatNode" presStyleLbl="solidFgAcc1" presStyleIdx="0" presStyleCnt="6"/>
      <dgm:spPr/>
    </dgm:pt>
    <dgm:pt modelId="{8345DBA3-1D59-4737-9F12-DCF3B810F20B}" type="pres">
      <dgm:prSet presAssocID="{83EC0EF0-7FFD-40C0-B3E8-D3AB07C0640B}" presName="text_2" presStyleLbl="node1" presStyleIdx="1" presStyleCnt="6">
        <dgm:presLayoutVars>
          <dgm:bulletEnabled val="1"/>
        </dgm:presLayoutVars>
      </dgm:prSet>
      <dgm:spPr/>
    </dgm:pt>
    <dgm:pt modelId="{8A489138-FA8B-4285-A044-8E5D668E86C9}" type="pres">
      <dgm:prSet presAssocID="{83EC0EF0-7FFD-40C0-B3E8-D3AB07C0640B}" presName="accent_2" presStyleCnt="0"/>
      <dgm:spPr/>
    </dgm:pt>
    <dgm:pt modelId="{3509E509-C5DE-48ED-9F96-37B90D65CE23}" type="pres">
      <dgm:prSet presAssocID="{83EC0EF0-7FFD-40C0-B3E8-D3AB07C0640B}" presName="accentRepeatNode" presStyleLbl="solidFgAcc1" presStyleIdx="1" presStyleCnt="6"/>
      <dgm:spPr/>
    </dgm:pt>
    <dgm:pt modelId="{AC6E645D-836F-4A5C-AE83-197142E511C6}" type="pres">
      <dgm:prSet presAssocID="{2EC665AA-D7B3-49CD-AA8E-8FA70AED3057}" presName="text_3" presStyleLbl="node1" presStyleIdx="2" presStyleCnt="6">
        <dgm:presLayoutVars>
          <dgm:bulletEnabled val="1"/>
        </dgm:presLayoutVars>
      </dgm:prSet>
      <dgm:spPr/>
    </dgm:pt>
    <dgm:pt modelId="{AB050A48-437A-47B3-A9E7-800790FCE284}" type="pres">
      <dgm:prSet presAssocID="{2EC665AA-D7B3-49CD-AA8E-8FA70AED3057}" presName="accent_3" presStyleCnt="0"/>
      <dgm:spPr/>
    </dgm:pt>
    <dgm:pt modelId="{1A32383F-39F2-440E-B6B9-FBA0C4D7A54F}" type="pres">
      <dgm:prSet presAssocID="{2EC665AA-D7B3-49CD-AA8E-8FA70AED3057}" presName="accentRepeatNode" presStyleLbl="solidFgAcc1" presStyleIdx="2" presStyleCnt="6"/>
      <dgm:spPr/>
    </dgm:pt>
    <dgm:pt modelId="{77AFEF0E-79B5-410B-867C-40EBFD4B2439}" type="pres">
      <dgm:prSet presAssocID="{0BB31537-24A3-443B-9DE8-52BE03227128}" presName="text_4" presStyleLbl="node1" presStyleIdx="3" presStyleCnt="6">
        <dgm:presLayoutVars>
          <dgm:bulletEnabled val="1"/>
        </dgm:presLayoutVars>
      </dgm:prSet>
      <dgm:spPr/>
    </dgm:pt>
    <dgm:pt modelId="{F68088C8-1051-4064-A343-382106CD686C}" type="pres">
      <dgm:prSet presAssocID="{0BB31537-24A3-443B-9DE8-52BE03227128}" presName="accent_4" presStyleCnt="0"/>
      <dgm:spPr/>
    </dgm:pt>
    <dgm:pt modelId="{32F7ABE0-56C4-42BA-9E2F-BC079A8A4F55}" type="pres">
      <dgm:prSet presAssocID="{0BB31537-24A3-443B-9DE8-52BE03227128}" presName="accentRepeatNode" presStyleLbl="solidFgAcc1" presStyleIdx="3" presStyleCnt="6"/>
      <dgm:spPr/>
    </dgm:pt>
    <dgm:pt modelId="{A730258F-92A8-43AF-8493-7DB3778B9F57}" type="pres">
      <dgm:prSet presAssocID="{F6E45891-C999-4C43-83C3-594D37F7D19F}" presName="text_5" presStyleLbl="node1" presStyleIdx="4" presStyleCnt="6">
        <dgm:presLayoutVars>
          <dgm:bulletEnabled val="1"/>
        </dgm:presLayoutVars>
      </dgm:prSet>
      <dgm:spPr/>
    </dgm:pt>
    <dgm:pt modelId="{75DE4FBC-B4C8-4578-B787-2EFA4E733E39}" type="pres">
      <dgm:prSet presAssocID="{F6E45891-C999-4C43-83C3-594D37F7D19F}" presName="accent_5" presStyleCnt="0"/>
      <dgm:spPr/>
    </dgm:pt>
    <dgm:pt modelId="{98F7CD3F-C821-4546-B054-9EF3FAB08AF9}" type="pres">
      <dgm:prSet presAssocID="{F6E45891-C999-4C43-83C3-594D37F7D19F}" presName="accentRepeatNode" presStyleLbl="solidFgAcc1" presStyleIdx="4" presStyleCnt="6" custLinFactNeighborX="4907" custLinFactNeighborY="2047"/>
      <dgm:spPr/>
    </dgm:pt>
    <dgm:pt modelId="{5A026DE9-9C31-4B9F-A64C-13C308C8F946}" type="pres">
      <dgm:prSet presAssocID="{0B15CAC2-0250-41AD-91E0-DB834876B1DD}" presName="text_6" presStyleLbl="node1" presStyleIdx="5" presStyleCnt="6">
        <dgm:presLayoutVars>
          <dgm:bulletEnabled val="1"/>
        </dgm:presLayoutVars>
      </dgm:prSet>
      <dgm:spPr/>
    </dgm:pt>
    <dgm:pt modelId="{2F20C6C5-C6AB-49BF-99B6-FA8370D4C2C0}" type="pres">
      <dgm:prSet presAssocID="{0B15CAC2-0250-41AD-91E0-DB834876B1DD}" presName="accent_6" presStyleCnt="0"/>
      <dgm:spPr/>
    </dgm:pt>
    <dgm:pt modelId="{E4E3F60A-6214-42B1-8652-A252F7488DEB}" type="pres">
      <dgm:prSet presAssocID="{0B15CAC2-0250-41AD-91E0-DB834876B1DD}" presName="accentRepeatNode" presStyleLbl="solidFgAcc1" presStyleIdx="5" presStyleCnt="6"/>
      <dgm:spPr/>
    </dgm:pt>
  </dgm:ptLst>
  <dgm:cxnLst>
    <dgm:cxn modelId="{9241D02A-ACE4-40F9-BE94-1EA6356F577B}" srcId="{D9F190DE-AF79-42DC-B38F-CA9F9D9A60A9}" destId="{0B15CAC2-0250-41AD-91E0-DB834876B1DD}" srcOrd="5" destOrd="0" parTransId="{6856C536-19C1-403B-A688-C5BF26911B51}" sibTransId="{F192A51B-2DA5-408A-980C-52F6A9940E0F}"/>
    <dgm:cxn modelId="{5DCA762C-FA20-43DA-A183-A2C36D3E4133}" type="presOf" srcId="{0B15CAC2-0250-41AD-91E0-DB834876B1DD}" destId="{5A026DE9-9C31-4B9F-A64C-13C308C8F946}" srcOrd="0" destOrd="0" presId="urn:microsoft.com/office/officeart/2008/layout/VerticalCurvedList"/>
    <dgm:cxn modelId="{6ABC5533-8E6C-4F51-AD8C-1A4688D1014E}" srcId="{D9F190DE-AF79-42DC-B38F-CA9F9D9A60A9}" destId="{83EC0EF0-7FFD-40C0-B3E8-D3AB07C0640B}" srcOrd="1" destOrd="0" parTransId="{53217805-3849-4EB6-A427-EDE3BD35AFCB}" sibTransId="{FAB37C70-4498-4FB6-B302-756D4895E917}"/>
    <dgm:cxn modelId="{CF64EE35-CC2B-4DFD-B32D-BA08625CE754}" type="presOf" srcId="{93184F1E-6960-4DAD-80F0-1F1C32E08000}" destId="{219FCF59-0099-4D3B-BCAE-013A8309AA24}" srcOrd="0" destOrd="0" presId="urn:microsoft.com/office/officeart/2008/layout/VerticalCurvedList"/>
    <dgm:cxn modelId="{1AEC653E-CAFE-4107-A6FD-975AB2F10018}" type="presOf" srcId="{D9F190DE-AF79-42DC-B38F-CA9F9D9A60A9}" destId="{5FAC3DA1-CE96-4345-BD8F-E2AED904A100}" srcOrd="0" destOrd="0" presId="urn:microsoft.com/office/officeart/2008/layout/VerticalCurvedList"/>
    <dgm:cxn modelId="{C81C097A-64AE-4D8B-8F22-7BAFB66C7BD5}" type="presOf" srcId="{0BB31537-24A3-443B-9DE8-52BE03227128}" destId="{77AFEF0E-79B5-410B-867C-40EBFD4B2439}" srcOrd="0" destOrd="0" presId="urn:microsoft.com/office/officeart/2008/layout/VerticalCurvedList"/>
    <dgm:cxn modelId="{038C0D86-5F5C-4FD9-BF9B-5C46FA1B03B5}" srcId="{D9F190DE-AF79-42DC-B38F-CA9F9D9A60A9}" destId="{8AF18D4F-0F96-4548-89BD-F389EE5EE605}" srcOrd="0" destOrd="0" parTransId="{C3F952FC-24EA-446B-8308-56432C55ED49}" sibTransId="{93184F1E-6960-4DAD-80F0-1F1C32E08000}"/>
    <dgm:cxn modelId="{1FFF8888-960E-4B52-9F46-FF83DB3AAE64}" type="presOf" srcId="{83EC0EF0-7FFD-40C0-B3E8-D3AB07C0640B}" destId="{8345DBA3-1D59-4737-9F12-DCF3B810F20B}" srcOrd="0" destOrd="0" presId="urn:microsoft.com/office/officeart/2008/layout/VerticalCurvedList"/>
    <dgm:cxn modelId="{4A528E8B-5492-4746-9423-4D841B2B1947}" srcId="{D9F190DE-AF79-42DC-B38F-CA9F9D9A60A9}" destId="{2EC665AA-D7B3-49CD-AA8E-8FA70AED3057}" srcOrd="2" destOrd="0" parTransId="{BD1EE323-8FD3-4243-B855-265EC0A04256}" sibTransId="{9A5F946A-7D50-4FAC-A6A3-D7CD1CF0960E}"/>
    <dgm:cxn modelId="{41C15EB4-938B-43E1-A8A7-38BB1651DF3D}" srcId="{D9F190DE-AF79-42DC-B38F-CA9F9D9A60A9}" destId="{0BB31537-24A3-443B-9DE8-52BE03227128}" srcOrd="3" destOrd="0" parTransId="{DEEF7A27-80E8-470A-86FB-11C8524C6B2A}" sibTransId="{18B0492E-B954-49A6-9BC1-495F88A9957A}"/>
    <dgm:cxn modelId="{C7AB47E3-7729-4D78-BCAF-A1B73E121488}" type="presOf" srcId="{8AF18D4F-0F96-4548-89BD-F389EE5EE605}" destId="{35AD9727-6DE6-4EF3-A25D-35B775A1BBBB}" srcOrd="0" destOrd="0" presId="urn:microsoft.com/office/officeart/2008/layout/VerticalCurvedList"/>
    <dgm:cxn modelId="{7D0EB9F1-24DD-4F09-ABD2-797EF1A5B729}" type="presOf" srcId="{2EC665AA-D7B3-49CD-AA8E-8FA70AED3057}" destId="{AC6E645D-836F-4A5C-AE83-197142E511C6}" srcOrd="0" destOrd="0" presId="urn:microsoft.com/office/officeart/2008/layout/VerticalCurvedList"/>
    <dgm:cxn modelId="{C29B16FA-7A6D-4DF3-B4C8-D4362C420C63}" srcId="{D9F190DE-AF79-42DC-B38F-CA9F9D9A60A9}" destId="{F6E45891-C999-4C43-83C3-594D37F7D19F}" srcOrd="4" destOrd="0" parTransId="{94AFA8D0-C392-4E89-9721-44615BB54F6D}" sibTransId="{AF1851FF-17E4-4E40-BE51-CA8D9EBE5AA0}"/>
    <dgm:cxn modelId="{3F9B55FF-6D6F-4E53-A0F7-4D0BE7C9C316}" type="presOf" srcId="{F6E45891-C999-4C43-83C3-594D37F7D19F}" destId="{A730258F-92A8-43AF-8493-7DB3778B9F57}" srcOrd="0" destOrd="0" presId="urn:microsoft.com/office/officeart/2008/layout/VerticalCurvedList"/>
    <dgm:cxn modelId="{3DFFD205-04E0-491F-A731-E3E12549A196}" type="presParOf" srcId="{5FAC3DA1-CE96-4345-BD8F-E2AED904A100}" destId="{6313632C-80EF-4E57-9B75-3FEC093C41C8}" srcOrd="0" destOrd="0" presId="urn:microsoft.com/office/officeart/2008/layout/VerticalCurvedList"/>
    <dgm:cxn modelId="{24FE0ACE-0F35-4991-AAF9-B669D1386019}" type="presParOf" srcId="{6313632C-80EF-4E57-9B75-3FEC093C41C8}" destId="{F42F55D8-17DB-45FA-A64C-A63338686FF0}" srcOrd="0" destOrd="0" presId="urn:microsoft.com/office/officeart/2008/layout/VerticalCurvedList"/>
    <dgm:cxn modelId="{105D6C8C-569C-4ADC-A5CA-46F324C5C1A3}" type="presParOf" srcId="{F42F55D8-17DB-45FA-A64C-A63338686FF0}" destId="{09AD9835-D987-42C8-9386-7298CE119485}" srcOrd="0" destOrd="0" presId="urn:microsoft.com/office/officeart/2008/layout/VerticalCurvedList"/>
    <dgm:cxn modelId="{91F0F5FD-8418-4A7A-A0E6-FDF30A1EBFE8}" type="presParOf" srcId="{F42F55D8-17DB-45FA-A64C-A63338686FF0}" destId="{219FCF59-0099-4D3B-BCAE-013A8309AA24}" srcOrd="1" destOrd="0" presId="urn:microsoft.com/office/officeart/2008/layout/VerticalCurvedList"/>
    <dgm:cxn modelId="{9ADBBFEF-2147-43E9-999D-92BEFFB20C04}" type="presParOf" srcId="{F42F55D8-17DB-45FA-A64C-A63338686FF0}" destId="{C1BD6514-8145-412E-99AC-97239B631F74}" srcOrd="2" destOrd="0" presId="urn:microsoft.com/office/officeart/2008/layout/VerticalCurvedList"/>
    <dgm:cxn modelId="{104704A7-B406-4838-91D1-FD61AD93D2FE}" type="presParOf" srcId="{F42F55D8-17DB-45FA-A64C-A63338686FF0}" destId="{82A6ED6A-F889-47CA-B72A-94CF06D6B8C0}" srcOrd="3" destOrd="0" presId="urn:microsoft.com/office/officeart/2008/layout/VerticalCurvedList"/>
    <dgm:cxn modelId="{10E78AE6-EE77-4C40-8A6A-D758E27E4942}" type="presParOf" srcId="{6313632C-80EF-4E57-9B75-3FEC093C41C8}" destId="{35AD9727-6DE6-4EF3-A25D-35B775A1BBBB}" srcOrd="1" destOrd="0" presId="urn:microsoft.com/office/officeart/2008/layout/VerticalCurvedList"/>
    <dgm:cxn modelId="{1D8F9D4F-9C54-4DC0-A4DF-725DD2965023}" type="presParOf" srcId="{6313632C-80EF-4E57-9B75-3FEC093C41C8}" destId="{D57B2B56-D231-4346-B16A-B703282EAE0C}" srcOrd="2" destOrd="0" presId="urn:microsoft.com/office/officeart/2008/layout/VerticalCurvedList"/>
    <dgm:cxn modelId="{B9A6AD84-76F0-4556-BFD6-F471A5995318}" type="presParOf" srcId="{D57B2B56-D231-4346-B16A-B703282EAE0C}" destId="{75F811D5-8BF5-471E-96A3-264562517F31}" srcOrd="0" destOrd="0" presId="urn:microsoft.com/office/officeart/2008/layout/VerticalCurvedList"/>
    <dgm:cxn modelId="{46F69308-0834-482B-A41F-54327D8D934A}" type="presParOf" srcId="{6313632C-80EF-4E57-9B75-3FEC093C41C8}" destId="{8345DBA3-1D59-4737-9F12-DCF3B810F20B}" srcOrd="3" destOrd="0" presId="urn:microsoft.com/office/officeart/2008/layout/VerticalCurvedList"/>
    <dgm:cxn modelId="{2F6E3432-ED0E-4ACD-961C-A6EC4114C9FE}" type="presParOf" srcId="{6313632C-80EF-4E57-9B75-3FEC093C41C8}" destId="{8A489138-FA8B-4285-A044-8E5D668E86C9}" srcOrd="4" destOrd="0" presId="urn:microsoft.com/office/officeart/2008/layout/VerticalCurvedList"/>
    <dgm:cxn modelId="{37F04CB5-7015-4839-A7D1-E72187BF0611}" type="presParOf" srcId="{8A489138-FA8B-4285-A044-8E5D668E86C9}" destId="{3509E509-C5DE-48ED-9F96-37B90D65CE23}" srcOrd="0" destOrd="0" presId="urn:microsoft.com/office/officeart/2008/layout/VerticalCurvedList"/>
    <dgm:cxn modelId="{3DAA3468-F9D2-4ED8-93B7-93C49A661EAF}" type="presParOf" srcId="{6313632C-80EF-4E57-9B75-3FEC093C41C8}" destId="{AC6E645D-836F-4A5C-AE83-197142E511C6}" srcOrd="5" destOrd="0" presId="urn:microsoft.com/office/officeart/2008/layout/VerticalCurvedList"/>
    <dgm:cxn modelId="{6DE4F38F-DB5F-48A9-9C38-22A717CF8E77}" type="presParOf" srcId="{6313632C-80EF-4E57-9B75-3FEC093C41C8}" destId="{AB050A48-437A-47B3-A9E7-800790FCE284}" srcOrd="6" destOrd="0" presId="urn:microsoft.com/office/officeart/2008/layout/VerticalCurvedList"/>
    <dgm:cxn modelId="{AFE0E2ED-09AD-4360-B5B5-A1481A7CDFB9}" type="presParOf" srcId="{AB050A48-437A-47B3-A9E7-800790FCE284}" destId="{1A32383F-39F2-440E-B6B9-FBA0C4D7A54F}" srcOrd="0" destOrd="0" presId="urn:microsoft.com/office/officeart/2008/layout/VerticalCurvedList"/>
    <dgm:cxn modelId="{0E3D2A8A-E6B7-434D-A7D4-B82955852091}" type="presParOf" srcId="{6313632C-80EF-4E57-9B75-3FEC093C41C8}" destId="{77AFEF0E-79B5-410B-867C-40EBFD4B2439}" srcOrd="7" destOrd="0" presId="urn:microsoft.com/office/officeart/2008/layout/VerticalCurvedList"/>
    <dgm:cxn modelId="{178FCAA4-9044-414E-8984-8795D228B4F3}" type="presParOf" srcId="{6313632C-80EF-4E57-9B75-3FEC093C41C8}" destId="{F68088C8-1051-4064-A343-382106CD686C}" srcOrd="8" destOrd="0" presId="urn:microsoft.com/office/officeart/2008/layout/VerticalCurvedList"/>
    <dgm:cxn modelId="{69997DC8-2B1D-4A0F-92C9-3E0EBA816DCA}" type="presParOf" srcId="{F68088C8-1051-4064-A343-382106CD686C}" destId="{32F7ABE0-56C4-42BA-9E2F-BC079A8A4F55}" srcOrd="0" destOrd="0" presId="urn:microsoft.com/office/officeart/2008/layout/VerticalCurvedList"/>
    <dgm:cxn modelId="{77B2F1CE-F9BE-4840-B20C-5563FA6CB66C}" type="presParOf" srcId="{6313632C-80EF-4E57-9B75-3FEC093C41C8}" destId="{A730258F-92A8-43AF-8493-7DB3778B9F57}" srcOrd="9" destOrd="0" presId="urn:microsoft.com/office/officeart/2008/layout/VerticalCurvedList"/>
    <dgm:cxn modelId="{92F7087B-D530-4FC5-A414-9B52EAD769EE}" type="presParOf" srcId="{6313632C-80EF-4E57-9B75-3FEC093C41C8}" destId="{75DE4FBC-B4C8-4578-B787-2EFA4E733E39}" srcOrd="10" destOrd="0" presId="urn:microsoft.com/office/officeart/2008/layout/VerticalCurvedList"/>
    <dgm:cxn modelId="{467F21FB-3EF6-49F1-98D9-68C8366BCC23}" type="presParOf" srcId="{75DE4FBC-B4C8-4578-B787-2EFA4E733E39}" destId="{98F7CD3F-C821-4546-B054-9EF3FAB08AF9}" srcOrd="0" destOrd="0" presId="urn:microsoft.com/office/officeart/2008/layout/VerticalCurvedList"/>
    <dgm:cxn modelId="{A8020673-9B61-404B-89DE-F03C46D36A95}" type="presParOf" srcId="{6313632C-80EF-4E57-9B75-3FEC093C41C8}" destId="{5A026DE9-9C31-4B9F-A64C-13C308C8F946}" srcOrd="11" destOrd="0" presId="urn:microsoft.com/office/officeart/2008/layout/VerticalCurvedList"/>
    <dgm:cxn modelId="{A2783132-E425-4D27-BC52-A05AFCC7C6C9}" type="presParOf" srcId="{6313632C-80EF-4E57-9B75-3FEC093C41C8}" destId="{2F20C6C5-C6AB-49BF-99B6-FA8370D4C2C0}" srcOrd="12" destOrd="0" presId="urn:microsoft.com/office/officeart/2008/layout/VerticalCurvedList"/>
    <dgm:cxn modelId="{9A1D9FCB-3E36-4CFB-A57C-6F12AD7F8CBD}" type="presParOf" srcId="{2F20C6C5-C6AB-49BF-99B6-FA8370D4C2C0}" destId="{E4E3F60A-6214-42B1-8652-A252F7488DEB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34F5096-DFD8-4697-8C50-882E7D5A432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4322B8-3D85-43B3-AB46-7280DA3F42B0}">
      <dgm:prSet/>
      <dgm:spPr/>
      <dgm:t>
        <a:bodyPr/>
        <a:lstStyle/>
        <a:p>
          <a:r>
            <a:rPr lang="en-US"/>
            <a:t>ResolGate provides a secure and scalable AI‑assisted file management platform.</a:t>
          </a:r>
        </a:p>
      </dgm:t>
    </dgm:pt>
    <dgm:pt modelId="{35BC8BCC-4CC4-42C3-A709-993298684E8F}" type="parTrans" cxnId="{2BE01C9F-0AB1-431D-94B6-71B2D894F567}">
      <dgm:prSet/>
      <dgm:spPr/>
      <dgm:t>
        <a:bodyPr/>
        <a:lstStyle/>
        <a:p>
          <a:endParaRPr lang="en-US"/>
        </a:p>
      </dgm:t>
    </dgm:pt>
    <dgm:pt modelId="{9389C475-52D4-4EA9-8C7F-F91E36034BBA}" type="sibTrans" cxnId="{2BE01C9F-0AB1-431D-94B6-71B2D894F567}">
      <dgm:prSet/>
      <dgm:spPr/>
      <dgm:t>
        <a:bodyPr/>
        <a:lstStyle/>
        <a:p>
          <a:endParaRPr lang="en-US"/>
        </a:p>
      </dgm:t>
    </dgm:pt>
    <dgm:pt modelId="{3FDAF872-8B44-4AF9-966E-80B5C15E1687}">
      <dgm:prSet/>
      <dgm:spPr/>
      <dgm:t>
        <a:bodyPr/>
        <a:lstStyle/>
        <a:p>
          <a:r>
            <a:rPr lang="en-US"/>
            <a:t>The system achieves 91.5% moderation accuracy with an average processing time of 2.3 seconds.</a:t>
          </a:r>
        </a:p>
      </dgm:t>
    </dgm:pt>
    <dgm:pt modelId="{832EA6DF-F593-46C5-B15E-6B8A921323B1}" type="parTrans" cxnId="{176C525B-2029-4023-9027-8A6055EA0F03}">
      <dgm:prSet/>
      <dgm:spPr/>
      <dgm:t>
        <a:bodyPr/>
        <a:lstStyle/>
        <a:p>
          <a:endParaRPr lang="en-US"/>
        </a:p>
      </dgm:t>
    </dgm:pt>
    <dgm:pt modelId="{BD302B50-8CB4-4758-8E46-BA6FFCD0DA73}" type="sibTrans" cxnId="{176C525B-2029-4023-9027-8A6055EA0F03}">
      <dgm:prSet/>
      <dgm:spPr/>
      <dgm:t>
        <a:bodyPr/>
        <a:lstStyle/>
        <a:p>
          <a:endParaRPr lang="en-US"/>
        </a:p>
      </dgm:t>
    </dgm:pt>
    <dgm:pt modelId="{424CC4FC-EE36-4CD0-BF1A-95DAAB079054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Manrope" pitchFamily="34" charset="0"/>
              <a:ea typeface="Manrope" pitchFamily="34" charset="-122"/>
              <a:cs typeface="Manrope" pitchFamily="34" charset="-120"/>
            </a:rPr>
            <a:t>The hybrid AI-human moderation approach ensures both efficiency and reliability.</a:t>
          </a:r>
          <a:endParaRPr lang="en-US" dirty="0">
            <a:solidFill>
              <a:schemeClr val="bg1"/>
            </a:solidFill>
          </a:endParaRPr>
        </a:p>
      </dgm:t>
    </dgm:pt>
    <dgm:pt modelId="{54EA7A7A-9F13-4446-9EB3-97CC232ED552}" type="parTrans" cxnId="{0599EBC5-BC32-4E5D-9164-5AF86FC3471A}">
      <dgm:prSet/>
      <dgm:spPr/>
      <dgm:t>
        <a:bodyPr/>
        <a:lstStyle/>
        <a:p>
          <a:endParaRPr lang="en-US"/>
        </a:p>
      </dgm:t>
    </dgm:pt>
    <dgm:pt modelId="{0AC6CA0F-D78F-4452-A16D-9BB0B56037FC}" type="sibTrans" cxnId="{0599EBC5-BC32-4E5D-9164-5AF86FC3471A}">
      <dgm:prSet/>
      <dgm:spPr/>
      <dgm:t>
        <a:bodyPr/>
        <a:lstStyle/>
        <a:p>
          <a:endParaRPr lang="en-US"/>
        </a:p>
      </dgm:t>
    </dgm:pt>
    <dgm:pt modelId="{E5DEAF80-DC3B-45BA-9314-E1FE693526A2}">
      <dgm:prSet/>
      <dgm:spPr/>
      <dgm:t>
        <a:bodyPr/>
        <a:lstStyle/>
        <a:p>
          <a:r>
            <a:rPr lang="en-US"/>
            <a:t>The platform significantly reduces operational cost compared to commercial solutions.</a:t>
          </a:r>
        </a:p>
      </dgm:t>
    </dgm:pt>
    <dgm:pt modelId="{B153824E-8469-4717-A352-3A738C7E8DF4}" type="parTrans" cxnId="{B2E62958-AB1A-4C50-B349-0E3D07130641}">
      <dgm:prSet/>
      <dgm:spPr/>
      <dgm:t>
        <a:bodyPr/>
        <a:lstStyle/>
        <a:p>
          <a:endParaRPr lang="en-US"/>
        </a:p>
      </dgm:t>
    </dgm:pt>
    <dgm:pt modelId="{9ACCBC67-C6B7-4C4F-AB8E-9A67BC8BD562}" type="sibTrans" cxnId="{B2E62958-AB1A-4C50-B349-0E3D07130641}">
      <dgm:prSet/>
      <dgm:spPr/>
      <dgm:t>
        <a:bodyPr/>
        <a:lstStyle/>
        <a:p>
          <a:endParaRPr lang="en-US"/>
        </a:p>
      </dgm:t>
    </dgm:pt>
    <dgm:pt modelId="{BE432074-FB2E-4E4B-83CB-EC6DDAD637FD}">
      <dgm:prSet/>
      <dgm:spPr/>
      <dgm:t>
        <a:bodyPr/>
        <a:lstStyle/>
        <a:p>
          <a:r>
            <a:rPr lang="en-US" dirty="0" err="1">
              <a:solidFill>
                <a:schemeClr val="bg1"/>
              </a:solidFill>
              <a:latin typeface="Manrope" pitchFamily="34" charset="0"/>
              <a:ea typeface="Manrope" pitchFamily="34" charset="-122"/>
              <a:cs typeface="Manrope" pitchFamily="34" charset="-120"/>
            </a:rPr>
            <a:t>ResolGate</a:t>
          </a:r>
          <a:r>
            <a:rPr lang="en-US" dirty="0">
              <a:solidFill>
                <a:schemeClr val="bg1"/>
              </a:solidFill>
              <a:latin typeface="Manrope" pitchFamily="34" charset="0"/>
              <a:ea typeface="Manrope" pitchFamily="34" charset="-122"/>
              <a:cs typeface="Manrope" pitchFamily="34" charset="-120"/>
            </a:rPr>
            <a:t> provides a scalable, secure, and cost-effective platform for knowledge sharing and digital asset management in educational institutions.</a:t>
          </a:r>
          <a:endParaRPr lang="en-US" dirty="0">
            <a:solidFill>
              <a:schemeClr val="bg1"/>
            </a:solidFill>
          </a:endParaRPr>
        </a:p>
      </dgm:t>
    </dgm:pt>
    <dgm:pt modelId="{21D95D1C-D7E3-4415-A202-CC9F4D18C21C}" type="parTrans" cxnId="{65F04946-E386-4B23-BE41-35B1881DBA59}">
      <dgm:prSet/>
      <dgm:spPr/>
      <dgm:t>
        <a:bodyPr/>
        <a:lstStyle/>
        <a:p>
          <a:endParaRPr lang="en-US"/>
        </a:p>
      </dgm:t>
    </dgm:pt>
    <dgm:pt modelId="{2202F8A5-3EA3-4DC5-B005-BCC22F3D7275}" type="sibTrans" cxnId="{65F04946-E386-4B23-BE41-35B1881DBA59}">
      <dgm:prSet/>
      <dgm:spPr/>
      <dgm:t>
        <a:bodyPr/>
        <a:lstStyle/>
        <a:p>
          <a:endParaRPr lang="en-US"/>
        </a:p>
      </dgm:t>
    </dgm:pt>
    <dgm:pt modelId="{BF7563BD-6EF1-4D6E-B3AD-08CD0F778A6C}" type="pres">
      <dgm:prSet presAssocID="{034F5096-DFD8-4697-8C50-882E7D5A4329}" presName="linear" presStyleCnt="0">
        <dgm:presLayoutVars>
          <dgm:animLvl val="lvl"/>
          <dgm:resizeHandles val="exact"/>
        </dgm:presLayoutVars>
      </dgm:prSet>
      <dgm:spPr/>
    </dgm:pt>
    <dgm:pt modelId="{B1D587AF-F551-4F12-A04C-4CC45729BA05}" type="pres">
      <dgm:prSet presAssocID="{184322B8-3D85-43B3-AB46-7280DA3F42B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8765BC4-F6DE-4639-B6C0-675C93696426}" type="pres">
      <dgm:prSet presAssocID="{9389C475-52D4-4EA9-8C7F-F91E36034BBA}" presName="spacer" presStyleCnt="0"/>
      <dgm:spPr/>
    </dgm:pt>
    <dgm:pt modelId="{804E083F-4255-4001-B5BA-92B7A90BB66B}" type="pres">
      <dgm:prSet presAssocID="{3FDAF872-8B44-4AF9-966E-80B5C15E168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DC168B6-4EF4-4EA9-BDE1-302DCC3A5FF8}" type="pres">
      <dgm:prSet presAssocID="{BD302B50-8CB4-4758-8E46-BA6FFCD0DA73}" presName="spacer" presStyleCnt="0"/>
      <dgm:spPr/>
    </dgm:pt>
    <dgm:pt modelId="{4B80F98F-200C-468D-958B-2EF53570D9EC}" type="pres">
      <dgm:prSet presAssocID="{424CC4FC-EE36-4CD0-BF1A-95DAAB07905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13781DD-FD2C-4B11-8B43-B7D4A7D97D5F}" type="pres">
      <dgm:prSet presAssocID="{0AC6CA0F-D78F-4452-A16D-9BB0B56037FC}" presName="spacer" presStyleCnt="0"/>
      <dgm:spPr/>
    </dgm:pt>
    <dgm:pt modelId="{3BF7D6A6-40A9-4840-9609-94E3D1B76BA2}" type="pres">
      <dgm:prSet presAssocID="{E5DEAF80-DC3B-45BA-9314-E1FE693526A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101DA17-7E6F-45B9-9EFE-102C148DA26C}" type="pres">
      <dgm:prSet presAssocID="{9ACCBC67-C6B7-4C4F-AB8E-9A67BC8BD562}" presName="spacer" presStyleCnt="0"/>
      <dgm:spPr/>
    </dgm:pt>
    <dgm:pt modelId="{945D1AB2-33AC-417A-AC67-7C00D4073E90}" type="pres">
      <dgm:prSet presAssocID="{BE432074-FB2E-4E4B-83CB-EC6DDAD637F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88D4A04-D0FE-4B52-AD8B-4D888288AFFC}" type="presOf" srcId="{3FDAF872-8B44-4AF9-966E-80B5C15E1687}" destId="{804E083F-4255-4001-B5BA-92B7A90BB66B}" srcOrd="0" destOrd="0" presId="urn:microsoft.com/office/officeart/2005/8/layout/vList2"/>
    <dgm:cxn modelId="{176C525B-2029-4023-9027-8A6055EA0F03}" srcId="{034F5096-DFD8-4697-8C50-882E7D5A4329}" destId="{3FDAF872-8B44-4AF9-966E-80B5C15E1687}" srcOrd="1" destOrd="0" parTransId="{832EA6DF-F593-46C5-B15E-6B8A921323B1}" sibTransId="{BD302B50-8CB4-4758-8E46-BA6FFCD0DA73}"/>
    <dgm:cxn modelId="{E5CFC05D-959F-495B-8E0B-A5D212821F74}" type="presOf" srcId="{034F5096-DFD8-4697-8C50-882E7D5A4329}" destId="{BF7563BD-6EF1-4D6E-B3AD-08CD0F778A6C}" srcOrd="0" destOrd="0" presId="urn:microsoft.com/office/officeart/2005/8/layout/vList2"/>
    <dgm:cxn modelId="{65F04946-E386-4B23-BE41-35B1881DBA59}" srcId="{034F5096-DFD8-4697-8C50-882E7D5A4329}" destId="{BE432074-FB2E-4E4B-83CB-EC6DDAD637FD}" srcOrd="4" destOrd="0" parTransId="{21D95D1C-D7E3-4415-A202-CC9F4D18C21C}" sibTransId="{2202F8A5-3EA3-4DC5-B005-BCC22F3D7275}"/>
    <dgm:cxn modelId="{8B9B3B70-E029-4A3D-A11F-452553235939}" type="presOf" srcId="{184322B8-3D85-43B3-AB46-7280DA3F42B0}" destId="{B1D587AF-F551-4F12-A04C-4CC45729BA05}" srcOrd="0" destOrd="0" presId="urn:microsoft.com/office/officeart/2005/8/layout/vList2"/>
    <dgm:cxn modelId="{B2E62958-AB1A-4C50-B349-0E3D07130641}" srcId="{034F5096-DFD8-4697-8C50-882E7D5A4329}" destId="{E5DEAF80-DC3B-45BA-9314-E1FE693526A2}" srcOrd="3" destOrd="0" parTransId="{B153824E-8469-4717-A352-3A738C7E8DF4}" sibTransId="{9ACCBC67-C6B7-4C4F-AB8E-9A67BC8BD562}"/>
    <dgm:cxn modelId="{CD7B7A7C-9D63-497F-805C-48AB09539730}" type="presOf" srcId="{424CC4FC-EE36-4CD0-BF1A-95DAAB079054}" destId="{4B80F98F-200C-468D-958B-2EF53570D9EC}" srcOrd="0" destOrd="0" presId="urn:microsoft.com/office/officeart/2005/8/layout/vList2"/>
    <dgm:cxn modelId="{2BE01C9F-0AB1-431D-94B6-71B2D894F567}" srcId="{034F5096-DFD8-4697-8C50-882E7D5A4329}" destId="{184322B8-3D85-43B3-AB46-7280DA3F42B0}" srcOrd="0" destOrd="0" parTransId="{35BC8BCC-4CC4-42C3-A709-993298684E8F}" sibTransId="{9389C475-52D4-4EA9-8C7F-F91E36034BBA}"/>
    <dgm:cxn modelId="{18A1A6B8-7A5F-4CF9-ADDE-EAB7919EAB0E}" type="presOf" srcId="{BE432074-FB2E-4E4B-83CB-EC6DDAD637FD}" destId="{945D1AB2-33AC-417A-AC67-7C00D4073E90}" srcOrd="0" destOrd="0" presId="urn:microsoft.com/office/officeart/2005/8/layout/vList2"/>
    <dgm:cxn modelId="{0599EBC5-BC32-4E5D-9164-5AF86FC3471A}" srcId="{034F5096-DFD8-4697-8C50-882E7D5A4329}" destId="{424CC4FC-EE36-4CD0-BF1A-95DAAB079054}" srcOrd="2" destOrd="0" parTransId="{54EA7A7A-9F13-4446-9EB3-97CC232ED552}" sibTransId="{0AC6CA0F-D78F-4452-A16D-9BB0B56037FC}"/>
    <dgm:cxn modelId="{837680D0-BAAF-484C-A7CF-82CFE405433C}" type="presOf" srcId="{E5DEAF80-DC3B-45BA-9314-E1FE693526A2}" destId="{3BF7D6A6-40A9-4840-9609-94E3D1B76BA2}" srcOrd="0" destOrd="0" presId="urn:microsoft.com/office/officeart/2005/8/layout/vList2"/>
    <dgm:cxn modelId="{042953A9-BE10-4E9C-BD7E-28538A123C78}" type="presParOf" srcId="{BF7563BD-6EF1-4D6E-B3AD-08CD0F778A6C}" destId="{B1D587AF-F551-4F12-A04C-4CC45729BA05}" srcOrd="0" destOrd="0" presId="urn:microsoft.com/office/officeart/2005/8/layout/vList2"/>
    <dgm:cxn modelId="{BBF8B6E4-2544-4429-8898-10D4D8C46E48}" type="presParOf" srcId="{BF7563BD-6EF1-4D6E-B3AD-08CD0F778A6C}" destId="{78765BC4-F6DE-4639-B6C0-675C93696426}" srcOrd="1" destOrd="0" presId="urn:microsoft.com/office/officeart/2005/8/layout/vList2"/>
    <dgm:cxn modelId="{FCAFB0D8-AF71-4CB5-84E2-180900EDC747}" type="presParOf" srcId="{BF7563BD-6EF1-4D6E-B3AD-08CD0F778A6C}" destId="{804E083F-4255-4001-B5BA-92B7A90BB66B}" srcOrd="2" destOrd="0" presId="urn:microsoft.com/office/officeart/2005/8/layout/vList2"/>
    <dgm:cxn modelId="{B964F621-5C31-4781-893E-64E3521E5FC6}" type="presParOf" srcId="{BF7563BD-6EF1-4D6E-B3AD-08CD0F778A6C}" destId="{2DC168B6-4EF4-4EA9-BDE1-302DCC3A5FF8}" srcOrd="3" destOrd="0" presId="urn:microsoft.com/office/officeart/2005/8/layout/vList2"/>
    <dgm:cxn modelId="{BCC18B9C-E8B3-4A7A-B1C1-9A236A3B07C0}" type="presParOf" srcId="{BF7563BD-6EF1-4D6E-B3AD-08CD0F778A6C}" destId="{4B80F98F-200C-468D-958B-2EF53570D9EC}" srcOrd="4" destOrd="0" presId="urn:microsoft.com/office/officeart/2005/8/layout/vList2"/>
    <dgm:cxn modelId="{5D2A7918-5341-4C7B-AD5D-E730DE330570}" type="presParOf" srcId="{BF7563BD-6EF1-4D6E-B3AD-08CD0F778A6C}" destId="{413781DD-FD2C-4B11-8B43-B7D4A7D97D5F}" srcOrd="5" destOrd="0" presId="urn:microsoft.com/office/officeart/2005/8/layout/vList2"/>
    <dgm:cxn modelId="{41585657-15FB-428E-B89B-9B7F32D5EC8C}" type="presParOf" srcId="{BF7563BD-6EF1-4D6E-B3AD-08CD0F778A6C}" destId="{3BF7D6A6-40A9-4840-9609-94E3D1B76BA2}" srcOrd="6" destOrd="0" presId="urn:microsoft.com/office/officeart/2005/8/layout/vList2"/>
    <dgm:cxn modelId="{7539E187-A9E8-454F-A793-CCFEC76534EC}" type="presParOf" srcId="{BF7563BD-6EF1-4D6E-B3AD-08CD0F778A6C}" destId="{F101DA17-7E6F-45B9-9EFE-102C148DA26C}" srcOrd="7" destOrd="0" presId="urn:microsoft.com/office/officeart/2005/8/layout/vList2"/>
    <dgm:cxn modelId="{88ABC97E-F261-4599-B711-96005F0571B4}" type="presParOf" srcId="{BF7563BD-6EF1-4D6E-B3AD-08CD0F778A6C}" destId="{945D1AB2-33AC-417A-AC67-7C00D4073E9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22FB48A-F4DF-420A-959C-DCFE6117DE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668C8B0-0756-4DDA-9FE2-4894F1E80912}">
      <dgm:prSet/>
      <dgm:spPr/>
      <dgm:t>
        <a:bodyPr/>
        <a:lstStyle/>
        <a:p>
          <a:r>
            <a:rPr lang="en-US"/>
            <a:t>OpenAI. Moderation API Documentation. OpenAI Platform, 2022.</a:t>
          </a:r>
        </a:p>
      </dgm:t>
    </dgm:pt>
    <dgm:pt modelId="{09EFB17E-E100-4C99-BC68-636209D73E6C}" type="parTrans" cxnId="{6BA59C30-B1B4-4248-B664-2682AEDB6555}">
      <dgm:prSet/>
      <dgm:spPr/>
      <dgm:t>
        <a:bodyPr/>
        <a:lstStyle/>
        <a:p>
          <a:endParaRPr lang="en-US"/>
        </a:p>
      </dgm:t>
    </dgm:pt>
    <dgm:pt modelId="{65B0BDB6-4544-4A9D-9887-20CFB68EB275}" type="sibTrans" cxnId="{6BA59C30-B1B4-4248-B664-2682AEDB6555}">
      <dgm:prSet/>
      <dgm:spPr/>
      <dgm:t>
        <a:bodyPr/>
        <a:lstStyle/>
        <a:p>
          <a:endParaRPr lang="en-US"/>
        </a:p>
      </dgm:t>
    </dgm:pt>
    <dgm:pt modelId="{CB9A6EB3-D52B-4FCC-A9AC-D408E4B26FFA}">
      <dgm:prSet/>
      <dgm:spPr/>
      <dgm:t>
        <a:bodyPr/>
        <a:lstStyle/>
        <a:p>
          <a:r>
            <a:rPr lang="en-US"/>
            <a:t>Google Cloud. Cloud Vision API SafeSearch Detection Documentation, 2023.</a:t>
          </a:r>
        </a:p>
      </dgm:t>
    </dgm:pt>
    <dgm:pt modelId="{CE0B6FD8-D43E-44F3-9C9F-C1805D2AC541}" type="parTrans" cxnId="{611DFC76-952C-4E4F-B532-28D42D22B0D3}">
      <dgm:prSet/>
      <dgm:spPr/>
      <dgm:t>
        <a:bodyPr/>
        <a:lstStyle/>
        <a:p>
          <a:endParaRPr lang="en-US"/>
        </a:p>
      </dgm:t>
    </dgm:pt>
    <dgm:pt modelId="{4A1DA8CA-C5DE-4D6D-A72B-7CF62F27ED37}" type="sibTrans" cxnId="{611DFC76-952C-4E4F-B532-28D42D22B0D3}">
      <dgm:prSet/>
      <dgm:spPr/>
      <dgm:t>
        <a:bodyPr/>
        <a:lstStyle/>
        <a:p>
          <a:endParaRPr lang="en-US"/>
        </a:p>
      </dgm:t>
    </dgm:pt>
    <dgm:pt modelId="{B63077E6-AD08-44E9-93FB-391DE20444FC}">
      <dgm:prSet/>
      <dgm:spPr/>
      <dgm:t>
        <a:bodyPr/>
        <a:lstStyle/>
        <a:p>
          <a:r>
            <a:rPr lang="en-US"/>
            <a:t>Supabase Documentation. PostgreSQL Row Level Security Guide, 2024.</a:t>
          </a:r>
        </a:p>
      </dgm:t>
    </dgm:pt>
    <dgm:pt modelId="{E8BF2426-AE23-48DA-9B18-D37142E0AC59}" type="parTrans" cxnId="{01F515FA-F974-4EB3-A2D6-72C40E15834E}">
      <dgm:prSet/>
      <dgm:spPr/>
      <dgm:t>
        <a:bodyPr/>
        <a:lstStyle/>
        <a:p>
          <a:endParaRPr lang="en-US"/>
        </a:p>
      </dgm:t>
    </dgm:pt>
    <dgm:pt modelId="{B0047124-B491-49DB-9FF9-5A0E4EDC2B14}" type="sibTrans" cxnId="{01F515FA-F974-4EB3-A2D6-72C40E15834E}">
      <dgm:prSet/>
      <dgm:spPr/>
      <dgm:t>
        <a:bodyPr/>
        <a:lstStyle/>
        <a:p>
          <a:endParaRPr lang="en-US"/>
        </a:p>
      </dgm:t>
    </dgm:pt>
    <dgm:pt modelId="{92868C8F-8069-458F-A457-EAEC15C1AC5F}">
      <dgm:prSet/>
      <dgm:spPr/>
      <dgm:t>
        <a:bodyPr/>
        <a:lstStyle/>
        <a:p>
          <a:r>
            <a:rPr lang="en-US"/>
            <a:t>React Team. React 18 Official Documentation, 2024.</a:t>
          </a:r>
        </a:p>
      </dgm:t>
    </dgm:pt>
    <dgm:pt modelId="{192FFD46-DF70-4720-998C-950B2DCD4CA3}" type="parTrans" cxnId="{02D15790-76DA-4337-89AD-59C3820D058A}">
      <dgm:prSet/>
      <dgm:spPr/>
      <dgm:t>
        <a:bodyPr/>
        <a:lstStyle/>
        <a:p>
          <a:endParaRPr lang="en-US"/>
        </a:p>
      </dgm:t>
    </dgm:pt>
    <dgm:pt modelId="{C39BF570-045C-48F9-B4E4-DB2F4F14B00E}" type="sibTrans" cxnId="{02D15790-76DA-4337-89AD-59C3820D058A}">
      <dgm:prSet/>
      <dgm:spPr/>
      <dgm:t>
        <a:bodyPr/>
        <a:lstStyle/>
        <a:p>
          <a:endParaRPr lang="en-US"/>
        </a:p>
      </dgm:t>
    </dgm:pt>
    <dgm:pt modelId="{542158BD-600D-4057-8D35-8A1B535D7591}">
      <dgm:prSet/>
      <dgm:spPr/>
      <dgm:t>
        <a:bodyPr/>
        <a:lstStyle/>
        <a:p>
          <a:r>
            <a:rPr lang="en-US"/>
            <a:t>Google DeepMind. Gemini 2.5 Flash Technical Report, 2025.</a:t>
          </a:r>
        </a:p>
      </dgm:t>
    </dgm:pt>
    <dgm:pt modelId="{4A2C5F55-7D80-42EB-A57A-AA2A97022799}" type="parTrans" cxnId="{DE625250-DF7D-457F-BEE4-57DA9DD4FF8A}">
      <dgm:prSet/>
      <dgm:spPr/>
      <dgm:t>
        <a:bodyPr/>
        <a:lstStyle/>
        <a:p>
          <a:endParaRPr lang="en-US"/>
        </a:p>
      </dgm:t>
    </dgm:pt>
    <dgm:pt modelId="{A29FC8C2-4C69-4E6A-9C4F-CE56130DF4AD}" type="sibTrans" cxnId="{DE625250-DF7D-457F-BEE4-57DA9DD4FF8A}">
      <dgm:prSet/>
      <dgm:spPr/>
      <dgm:t>
        <a:bodyPr/>
        <a:lstStyle/>
        <a:p>
          <a:endParaRPr lang="en-US"/>
        </a:p>
      </dgm:t>
    </dgm:pt>
    <dgm:pt modelId="{941AA9A7-D33B-44CC-BF15-F6442B2C228C}" type="pres">
      <dgm:prSet presAssocID="{A22FB48A-F4DF-420A-959C-DCFE6117DE9D}" presName="linear" presStyleCnt="0">
        <dgm:presLayoutVars>
          <dgm:animLvl val="lvl"/>
          <dgm:resizeHandles val="exact"/>
        </dgm:presLayoutVars>
      </dgm:prSet>
      <dgm:spPr/>
    </dgm:pt>
    <dgm:pt modelId="{C2A5D2E2-9D94-4F03-AD11-C3739BBE330A}" type="pres">
      <dgm:prSet presAssocID="{B668C8B0-0756-4DDA-9FE2-4894F1E8091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C9B093C-9C38-499A-AFD1-FB9155855C09}" type="pres">
      <dgm:prSet presAssocID="{65B0BDB6-4544-4A9D-9887-20CFB68EB275}" presName="spacer" presStyleCnt="0"/>
      <dgm:spPr/>
    </dgm:pt>
    <dgm:pt modelId="{EE1184B4-1255-4BD0-A3EC-C5AD9781635B}" type="pres">
      <dgm:prSet presAssocID="{CB9A6EB3-D52B-4FCC-A9AC-D408E4B26FF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D47E6C9-8B3A-4BB3-A079-ABEE60FFE5C0}" type="pres">
      <dgm:prSet presAssocID="{4A1DA8CA-C5DE-4D6D-A72B-7CF62F27ED37}" presName="spacer" presStyleCnt="0"/>
      <dgm:spPr/>
    </dgm:pt>
    <dgm:pt modelId="{E3074FF0-104F-43FA-B7F7-E8233FE36697}" type="pres">
      <dgm:prSet presAssocID="{B63077E6-AD08-44E9-93FB-391DE20444F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1F6E8AD-0EF5-4681-AD65-02B96CAF3E3E}" type="pres">
      <dgm:prSet presAssocID="{B0047124-B491-49DB-9FF9-5A0E4EDC2B14}" presName="spacer" presStyleCnt="0"/>
      <dgm:spPr/>
    </dgm:pt>
    <dgm:pt modelId="{D394D157-B5FB-40A1-AE79-B3EB0459C76C}" type="pres">
      <dgm:prSet presAssocID="{92868C8F-8069-458F-A457-EAEC15C1AC5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1B7F88C-8892-4FD3-BEA2-155E1D704F0A}" type="pres">
      <dgm:prSet presAssocID="{C39BF570-045C-48F9-B4E4-DB2F4F14B00E}" presName="spacer" presStyleCnt="0"/>
      <dgm:spPr/>
    </dgm:pt>
    <dgm:pt modelId="{8F2B29AD-DA12-4DF6-9889-1674ABE3D639}" type="pres">
      <dgm:prSet presAssocID="{542158BD-600D-4057-8D35-8A1B535D759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6D87510-D445-49B9-8D7D-19DC1DCF9F3B}" type="presOf" srcId="{92868C8F-8069-458F-A457-EAEC15C1AC5F}" destId="{D394D157-B5FB-40A1-AE79-B3EB0459C76C}" srcOrd="0" destOrd="0" presId="urn:microsoft.com/office/officeart/2005/8/layout/vList2"/>
    <dgm:cxn modelId="{6BA59C30-B1B4-4248-B664-2682AEDB6555}" srcId="{A22FB48A-F4DF-420A-959C-DCFE6117DE9D}" destId="{B668C8B0-0756-4DDA-9FE2-4894F1E80912}" srcOrd="0" destOrd="0" parTransId="{09EFB17E-E100-4C99-BC68-636209D73E6C}" sibTransId="{65B0BDB6-4544-4A9D-9887-20CFB68EB275}"/>
    <dgm:cxn modelId="{DE625250-DF7D-457F-BEE4-57DA9DD4FF8A}" srcId="{A22FB48A-F4DF-420A-959C-DCFE6117DE9D}" destId="{542158BD-600D-4057-8D35-8A1B535D7591}" srcOrd="4" destOrd="0" parTransId="{4A2C5F55-7D80-42EB-A57A-AA2A97022799}" sibTransId="{A29FC8C2-4C69-4E6A-9C4F-CE56130DF4AD}"/>
    <dgm:cxn modelId="{F4346E55-5E02-4B26-BB43-00278752F916}" type="presOf" srcId="{A22FB48A-F4DF-420A-959C-DCFE6117DE9D}" destId="{941AA9A7-D33B-44CC-BF15-F6442B2C228C}" srcOrd="0" destOrd="0" presId="urn:microsoft.com/office/officeart/2005/8/layout/vList2"/>
    <dgm:cxn modelId="{611DFC76-952C-4E4F-B532-28D42D22B0D3}" srcId="{A22FB48A-F4DF-420A-959C-DCFE6117DE9D}" destId="{CB9A6EB3-D52B-4FCC-A9AC-D408E4B26FFA}" srcOrd="1" destOrd="0" parTransId="{CE0B6FD8-D43E-44F3-9C9F-C1805D2AC541}" sibTransId="{4A1DA8CA-C5DE-4D6D-A72B-7CF62F27ED37}"/>
    <dgm:cxn modelId="{37258285-B59E-4B09-BF09-F3F51B86C934}" type="presOf" srcId="{542158BD-600D-4057-8D35-8A1B535D7591}" destId="{8F2B29AD-DA12-4DF6-9889-1674ABE3D639}" srcOrd="0" destOrd="0" presId="urn:microsoft.com/office/officeart/2005/8/layout/vList2"/>
    <dgm:cxn modelId="{03EED488-BE08-4782-8881-DA535115F330}" type="presOf" srcId="{CB9A6EB3-D52B-4FCC-A9AC-D408E4B26FFA}" destId="{EE1184B4-1255-4BD0-A3EC-C5AD9781635B}" srcOrd="0" destOrd="0" presId="urn:microsoft.com/office/officeart/2005/8/layout/vList2"/>
    <dgm:cxn modelId="{02D15790-76DA-4337-89AD-59C3820D058A}" srcId="{A22FB48A-F4DF-420A-959C-DCFE6117DE9D}" destId="{92868C8F-8069-458F-A457-EAEC15C1AC5F}" srcOrd="3" destOrd="0" parTransId="{192FFD46-DF70-4720-998C-950B2DCD4CA3}" sibTransId="{C39BF570-045C-48F9-B4E4-DB2F4F14B00E}"/>
    <dgm:cxn modelId="{909E4195-F6AB-4DC9-92DC-E1C97447592B}" type="presOf" srcId="{B668C8B0-0756-4DDA-9FE2-4894F1E80912}" destId="{C2A5D2E2-9D94-4F03-AD11-C3739BBE330A}" srcOrd="0" destOrd="0" presId="urn:microsoft.com/office/officeart/2005/8/layout/vList2"/>
    <dgm:cxn modelId="{01D16AA3-8DB2-4438-80B2-452D56F5E75C}" type="presOf" srcId="{B63077E6-AD08-44E9-93FB-391DE20444FC}" destId="{E3074FF0-104F-43FA-B7F7-E8233FE36697}" srcOrd="0" destOrd="0" presId="urn:microsoft.com/office/officeart/2005/8/layout/vList2"/>
    <dgm:cxn modelId="{01F515FA-F974-4EB3-A2D6-72C40E15834E}" srcId="{A22FB48A-F4DF-420A-959C-DCFE6117DE9D}" destId="{B63077E6-AD08-44E9-93FB-391DE20444FC}" srcOrd="2" destOrd="0" parTransId="{E8BF2426-AE23-48DA-9B18-D37142E0AC59}" sibTransId="{B0047124-B491-49DB-9FF9-5A0E4EDC2B14}"/>
    <dgm:cxn modelId="{8F63BFCE-62B5-4246-92AD-51A48781BC71}" type="presParOf" srcId="{941AA9A7-D33B-44CC-BF15-F6442B2C228C}" destId="{C2A5D2E2-9D94-4F03-AD11-C3739BBE330A}" srcOrd="0" destOrd="0" presId="urn:microsoft.com/office/officeart/2005/8/layout/vList2"/>
    <dgm:cxn modelId="{E3AB34A2-F70B-41CC-A735-3FA3EC095CFD}" type="presParOf" srcId="{941AA9A7-D33B-44CC-BF15-F6442B2C228C}" destId="{1C9B093C-9C38-499A-AFD1-FB9155855C09}" srcOrd="1" destOrd="0" presId="urn:microsoft.com/office/officeart/2005/8/layout/vList2"/>
    <dgm:cxn modelId="{99E5AA9C-E5D0-4E6A-921B-33E9A1F61D3A}" type="presParOf" srcId="{941AA9A7-D33B-44CC-BF15-F6442B2C228C}" destId="{EE1184B4-1255-4BD0-A3EC-C5AD9781635B}" srcOrd="2" destOrd="0" presId="urn:microsoft.com/office/officeart/2005/8/layout/vList2"/>
    <dgm:cxn modelId="{9D6FFD24-5538-43EC-8C1C-A8B4B5DA5AB2}" type="presParOf" srcId="{941AA9A7-D33B-44CC-BF15-F6442B2C228C}" destId="{BD47E6C9-8B3A-4BB3-A079-ABEE60FFE5C0}" srcOrd="3" destOrd="0" presId="urn:microsoft.com/office/officeart/2005/8/layout/vList2"/>
    <dgm:cxn modelId="{1295E7F7-0D82-4EF9-AE3C-0955EB9F5770}" type="presParOf" srcId="{941AA9A7-D33B-44CC-BF15-F6442B2C228C}" destId="{E3074FF0-104F-43FA-B7F7-E8233FE36697}" srcOrd="4" destOrd="0" presId="urn:microsoft.com/office/officeart/2005/8/layout/vList2"/>
    <dgm:cxn modelId="{D7A660B3-90AE-4346-A532-6E9A4574097D}" type="presParOf" srcId="{941AA9A7-D33B-44CC-BF15-F6442B2C228C}" destId="{B1F6E8AD-0EF5-4681-AD65-02B96CAF3E3E}" srcOrd="5" destOrd="0" presId="urn:microsoft.com/office/officeart/2005/8/layout/vList2"/>
    <dgm:cxn modelId="{C96CD89E-26C2-448F-BCC9-D375DC49696E}" type="presParOf" srcId="{941AA9A7-D33B-44CC-BF15-F6442B2C228C}" destId="{D394D157-B5FB-40A1-AE79-B3EB0459C76C}" srcOrd="6" destOrd="0" presId="urn:microsoft.com/office/officeart/2005/8/layout/vList2"/>
    <dgm:cxn modelId="{A98A2D5B-50E5-4A5F-B351-C0513DAE129D}" type="presParOf" srcId="{941AA9A7-D33B-44CC-BF15-F6442B2C228C}" destId="{71B7F88C-8892-4FD3-BEA2-155E1D704F0A}" srcOrd="7" destOrd="0" presId="urn:microsoft.com/office/officeart/2005/8/layout/vList2"/>
    <dgm:cxn modelId="{BE616644-B05A-441D-B2F1-15D149704A63}" type="presParOf" srcId="{941AA9A7-D33B-44CC-BF15-F6442B2C228C}" destId="{8F2B29AD-DA12-4DF6-9889-1674ABE3D63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DB83D3-D87F-448C-A568-8B68822DE402}">
      <dsp:nvSpPr>
        <dsp:cNvPr id="0" name=""/>
        <dsp:cNvSpPr/>
      </dsp:nvSpPr>
      <dsp:spPr>
        <a:xfrm>
          <a:off x="0" y="39642"/>
          <a:ext cx="8229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Educational institutions rely heavily on digital platforms for storing and sharing learning materials.</a:t>
          </a:r>
        </a:p>
      </dsp:txBody>
      <dsp:txXfrm>
        <a:off x="42722" y="82364"/>
        <a:ext cx="8144156" cy="789716"/>
      </dsp:txXfrm>
    </dsp:sp>
    <dsp:sp modelId="{A29F43FD-CE3E-463B-A3C9-E6A36065D73E}">
      <dsp:nvSpPr>
        <dsp:cNvPr id="0" name=""/>
        <dsp:cNvSpPr/>
      </dsp:nvSpPr>
      <dsp:spPr>
        <a:xfrm>
          <a:off x="0" y="978162"/>
          <a:ext cx="8229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Existing cloud systems such as Google Drive and Dropbox mainly focus on storage and collaboration.</a:t>
          </a:r>
        </a:p>
      </dsp:txBody>
      <dsp:txXfrm>
        <a:off x="42722" y="1020884"/>
        <a:ext cx="8144156" cy="789716"/>
      </dsp:txXfrm>
    </dsp:sp>
    <dsp:sp modelId="{BD039472-0D99-42E6-8811-F08C95CF9668}">
      <dsp:nvSpPr>
        <dsp:cNvPr id="0" name=""/>
        <dsp:cNvSpPr/>
      </dsp:nvSpPr>
      <dsp:spPr>
        <a:xfrm>
          <a:off x="0" y="1916682"/>
          <a:ext cx="8229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These systems lack intelligent mechanisms for identifying harmful or inappropriate content.</a:t>
          </a:r>
        </a:p>
      </dsp:txBody>
      <dsp:txXfrm>
        <a:off x="42722" y="1959404"/>
        <a:ext cx="8144156" cy="789716"/>
      </dsp:txXfrm>
    </dsp:sp>
    <dsp:sp modelId="{D14BEE8E-13E1-41F6-AD24-658D18A523C4}">
      <dsp:nvSpPr>
        <dsp:cNvPr id="0" name=""/>
        <dsp:cNvSpPr/>
      </dsp:nvSpPr>
      <dsp:spPr>
        <a:xfrm>
          <a:off x="0" y="2855202"/>
          <a:ext cx="8229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ResolGate is an AI‑assisted knowledge repository designed to provide secure file sharing.</a:t>
          </a:r>
        </a:p>
      </dsp:txBody>
      <dsp:txXfrm>
        <a:off x="42722" y="2897924"/>
        <a:ext cx="8144156" cy="789716"/>
      </dsp:txXfrm>
    </dsp:sp>
    <dsp:sp modelId="{6FD47E2B-957A-4EFA-99BA-9F7F97EFB2F9}">
      <dsp:nvSpPr>
        <dsp:cNvPr id="0" name=""/>
        <dsp:cNvSpPr/>
      </dsp:nvSpPr>
      <dsp:spPr>
        <a:xfrm>
          <a:off x="0" y="3793722"/>
          <a:ext cx="8229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integrates AI moderation, approval workflows, and secure cloud infrastructure.</a:t>
          </a:r>
        </a:p>
      </dsp:txBody>
      <dsp:txXfrm>
        <a:off x="42722" y="3836444"/>
        <a:ext cx="8144156" cy="7897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B13C96-B354-4AAD-B3E6-0726E4871DA5}">
      <dsp:nvSpPr>
        <dsp:cNvPr id="0" name=""/>
        <dsp:cNvSpPr/>
      </dsp:nvSpPr>
      <dsp:spPr>
        <a:xfrm>
          <a:off x="0" y="1243"/>
          <a:ext cx="8221569" cy="723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Existing cloud storage platforms suffer from several limitations when used in educational institutions.</a:t>
          </a:r>
        </a:p>
      </dsp:txBody>
      <dsp:txXfrm>
        <a:off x="35331" y="36574"/>
        <a:ext cx="8150907" cy="653094"/>
      </dsp:txXfrm>
    </dsp:sp>
    <dsp:sp modelId="{0C93F5CD-DCFA-40C7-A9C7-376DB006D52E}">
      <dsp:nvSpPr>
        <dsp:cNvPr id="0" name=""/>
        <dsp:cNvSpPr/>
      </dsp:nvSpPr>
      <dsp:spPr>
        <a:xfrm rot="5400000">
          <a:off x="5306625" y="-1510406"/>
          <a:ext cx="579005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Most systems only scan for malware or viruses but cannot detect inappropriate or harmful content.</a:t>
          </a:r>
        </a:p>
      </dsp:txBody>
      <dsp:txXfrm rot="-5400000">
        <a:off x="2962656" y="861828"/>
        <a:ext cx="5238679" cy="522475"/>
      </dsp:txXfrm>
    </dsp:sp>
    <dsp:sp modelId="{E204A026-33E3-470E-9530-884CD475767D}">
      <dsp:nvSpPr>
        <dsp:cNvPr id="0" name=""/>
        <dsp:cNvSpPr/>
      </dsp:nvSpPr>
      <dsp:spPr>
        <a:xfrm>
          <a:off x="0" y="761187"/>
          <a:ext cx="2962656" cy="723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Lack of Intelligent Content Moderation :</a:t>
          </a:r>
          <a:endParaRPr lang="en-US" sz="2000" kern="1200"/>
        </a:p>
      </dsp:txBody>
      <dsp:txXfrm>
        <a:off x="35331" y="796518"/>
        <a:ext cx="2891994" cy="653094"/>
      </dsp:txXfrm>
    </dsp:sp>
    <dsp:sp modelId="{B3D6362C-D125-4022-B25F-713B44D3D7A3}">
      <dsp:nvSpPr>
        <dsp:cNvPr id="0" name=""/>
        <dsp:cNvSpPr/>
      </dsp:nvSpPr>
      <dsp:spPr>
        <a:xfrm rot="5400000">
          <a:off x="5306625" y="-750462"/>
          <a:ext cx="579005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Files become instantly accessible after upload, creating exposure risks before review.</a:t>
          </a:r>
        </a:p>
      </dsp:txBody>
      <dsp:txXfrm rot="-5400000">
        <a:off x="2962656" y="1621772"/>
        <a:ext cx="5238679" cy="522475"/>
      </dsp:txXfrm>
    </dsp:sp>
    <dsp:sp modelId="{C7565B17-CF97-441B-8DC3-266D149F11B4}">
      <dsp:nvSpPr>
        <dsp:cNvPr id="0" name=""/>
        <dsp:cNvSpPr/>
      </dsp:nvSpPr>
      <dsp:spPr>
        <a:xfrm>
          <a:off x="0" y="1521131"/>
          <a:ext cx="2962656" cy="723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Direct File Publishing Without Approval :</a:t>
          </a:r>
          <a:endParaRPr lang="en-US" sz="2000" kern="1200"/>
        </a:p>
      </dsp:txBody>
      <dsp:txXfrm>
        <a:off x="35331" y="1556462"/>
        <a:ext cx="2891994" cy="653094"/>
      </dsp:txXfrm>
    </dsp:sp>
    <dsp:sp modelId="{F547B8DA-8A7E-421C-8994-278EF7003FA1}">
      <dsp:nvSpPr>
        <dsp:cNvPr id="0" name=""/>
        <dsp:cNvSpPr/>
      </dsp:nvSpPr>
      <dsp:spPr>
        <a:xfrm rot="5400000">
          <a:off x="5306625" y="9481"/>
          <a:ext cx="579005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Credential-based authentication introduces security risks due to weak or reused passwords.</a:t>
          </a:r>
        </a:p>
      </dsp:txBody>
      <dsp:txXfrm rot="-5400000">
        <a:off x="2962656" y="2381716"/>
        <a:ext cx="5238679" cy="522475"/>
      </dsp:txXfrm>
    </dsp:sp>
    <dsp:sp modelId="{F73D2B90-738D-4E5C-B462-658815D4B37D}">
      <dsp:nvSpPr>
        <dsp:cNvPr id="0" name=""/>
        <dsp:cNvSpPr/>
      </dsp:nvSpPr>
      <dsp:spPr>
        <a:xfrm>
          <a:off x="0" y="2281075"/>
          <a:ext cx="2962656" cy="723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Password Vulnerabilities :</a:t>
          </a:r>
          <a:endParaRPr lang="en-US" sz="2000" kern="1200"/>
        </a:p>
      </dsp:txBody>
      <dsp:txXfrm>
        <a:off x="35331" y="2316406"/>
        <a:ext cx="2891994" cy="653094"/>
      </dsp:txXfrm>
    </dsp:sp>
    <dsp:sp modelId="{39B164BB-B5EC-4F9F-8E24-8E4FF8F99F12}">
      <dsp:nvSpPr>
        <dsp:cNvPr id="0" name=""/>
        <dsp:cNvSpPr/>
      </dsp:nvSpPr>
      <dsp:spPr>
        <a:xfrm rot="5400000">
          <a:off x="5306625" y="769425"/>
          <a:ext cx="579005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Most platforms offer only basic permission models without risk-based content classification.</a:t>
          </a:r>
        </a:p>
      </dsp:txBody>
      <dsp:txXfrm rot="-5400000">
        <a:off x="2962656" y="3141660"/>
        <a:ext cx="5238679" cy="522475"/>
      </dsp:txXfrm>
    </dsp:sp>
    <dsp:sp modelId="{E57E4EBB-75CF-4BE3-9565-DEBB62CC922D}">
      <dsp:nvSpPr>
        <dsp:cNvPr id="0" name=""/>
        <dsp:cNvSpPr/>
      </dsp:nvSpPr>
      <dsp:spPr>
        <a:xfrm>
          <a:off x="0" y="3041019"/>
          <a:ext cx="2962656" cy="723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Binary Access Control Systems :</a:t>
          </a:r>
          <a:endParaRPr lang="en-US" sz="2000" kern="1200"/>
        </a:p>
      </dsp:txBody>
      <dsp:txXfrm>
        <a:off x="35331" y="3076350"/>
        <a:ext cx="2891994" cy="653094"/>
      </dsp:txXfrm>
    </dsp:sp>
    <dsp:sp modelId="{2FDA8F69-B76E-4621-A370-081DB427A394}">
      <dsp:nvSpPr>
        <dsp:cNvPr id="0" name=""/>
        <dsp:cNvSpPr/>
      </dsp:nvSpPr>
      <dsp:spPr>
        <a:xfrm rot="5400000">
          <a:off x="5306625" y="1529369"/>
          <a:ext cx="579005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Existing systems do not maintain detailed logs of file access, uploads, and administrative actions.</a:t>
          </a:r>
        </a:p>
      </dsp:txBody>
      <dsp:txXfrm rot="-5400000">
        <a:off x="2962656" y="3901604"/>
        <a:ext cx="5238679" cy="522475"/>
      </dsp:txXfrm>
    </dsp:sp>
    <dsp:sp modelId="{C32F62F3-DCAE-40FC-B2D8-A29452F36DDE}">
      <dsp:nvSpPr>
        <dsp:cNvPr id="0" name=""/>
        <dsp:cNvSpPr/>
      </dsp:nvSpPr>
      <dsp:spPr>
        <a:xfrm>
          <a:off x="0" y="3800963"/>
          <a:ext cx="2962656" cy="723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Limited Audit Logging :</a:t>
          </a:r>
          <a:endParaRPr lang="en-US" sz="2000" kern="1200"/>
        </a:p>
      </dsp:txBody>
      <dsp:txXfrm>
        <a:off x="35331" y="3836294"/>
        <a:ext cx="2891994" cy="6530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D3DF56-1C98-47AF-9F04-CF82196A45D0}">
      <dsp:nvSpPr>
        <dsp:cNvPr id="0" name=""/>
        <dsp:cNvSpPr/>
      </dsp:nvSpPr>
      <dsp:spPr>
        <a:xfrm>
          <a:off x="3376705" y="1152310"/>
          <a:ext cx="1476188" cy="1476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B396D85-685D-4703-B38F-F972F560684F}">
      <dsp:nvSpPr>
        <dsp:cNvPr id="0" name=""/>
        <dsp:cNvSpPr/>
      </dsp:nvSpPr>
      <dsp:spPr>
        <a:xfrm>
          <a:off x="3269067" y="0"/>
          <a:ext cx="1691465" cy="90519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Develop a secure and scalable file management system.</a:t>
          </a:r>
        </a:p>
      </dsp:txBody>
      <dsp:txXfrm>
        <a:off x="3269067" y="0"/>
        <a:ext cx="1691465" cy="905192"/>
      </dsp:txXfrm>
    </dsp:sp>
    <dsp:sp modelId="{1E684DBC-9736-4BE0-AF10-E86A886FB70D}">
      <dsp:nvSpPr>
        <dsp:cNvPr id="0" name=""/>
        <dsp:cNvSpPr/>
      </dsp:nvSpPr>
      <dsp:spPr>
        <a:xfrm>
          <a:off x="3809721" y="1360504"/>
          <a:ext cx="1476188" cy="1476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F763563-1125-4A44-A636-CDA364C04FB5}">
      <dsp:nvSpPr>
        <dsp:cNvPr id="0" name=""/>
        <dsp:cNvSpPr/>
      </dsp:nvSpPr>
      <dsp:spPr>
        <a:xfrm>
          <a:off x="5467972" y="859932"/>
          <a:ext cx="1599203" cy="99571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Implement AI‑based content moderation for uploaded files.</a:t>
          </a:r>
        </a:p>
      </dsp:txBody>
      <dsp:txXfrm>
        <a:off x="5467972" y="859932"/>
        <a:ext cx="1599203" cy="995711"/>
      </dsp:txXfrm>
    </dsp:sp>
    <dsp:sp modelId="{5C6CCA59-A518-4A69-8A12-590B56B86523}">
      <dsp:nvSpPr>
        <dsp:cNvPr id="0" name=""/>
        <dsp:cNvSpPr/>
      </dsp:nvSpPr>
      <dsp:spPr>
        <a:xfrm>
          <a:off x="3916129" y="1828941"/>
          <a:ext cx="1476188" cy="1476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90EE85C-1D03-4156-B7B8-A0EAF78F4B78}">
      <dsp:nvSpPr>
        <dsp:cNvPr id="0" name=""/>
        <dsp:cNvSpPr/>
      </dsp:nvSpPr>
      <dsp:spPr>
        <a:xfrm>
          <a:off x="5621742" y="2127202"/>
          <a:ext cx="1568449" cy="106360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Design a multi‑stage approval workflow before publishing content.</a:t>
          </a:r>
        </a:p>
      </dsp:txBody>
      <dsp:txXfrm>
        <a:off x="5621742" y="2127202"/>
        <a:ext cx="1568449" cy="1063601"/>
      </dsp:txXfrm>
    </dsp:sp>
    <dsp:sp modelId="{2A3E9B2C-BB31-4CC1-9461-141A5B153F20}">
      <dsp:nvSpPr>
        <dsp:cNvPr id="0" name=""/>
        <dsp:cNvSpPr/>
      </dsp:nvSpPr>
      <dsp:spPr>
        <a:xfrm>
          <a:off x="3616586" y="2204596"/>
          <a:ext cx="1476188" cy="1476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640A39C-8E5C-4D88-B917-0A784F347BAE}">
      <dsp:nvSpPr>
        <dsp:cNvPr id="0" name=""/>
        <dsp:cNvSpPr/>
      </dsp:nvSpPr>
      <dsp:spPr>
        <a:xfrm>
          <a:off x="4945155" y="3552880"/>
          <a:ext cx="1691465" cy="97308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Provide role‑based access control and secure file sharing.</a:t>
          </a:r>
        </a:p>
      </dsp:txBody>
      <dsp:txXfrm>
        <a:off x="4945155" y="3552880"/>
        <a:ext cx="1691465" cy="973082"/>
      </dsp:txXfrm>
    </dsp:sp>
    <dsp:sp modelId="{D9829F4D-2260-4F40-BCFF-31436806C83A}">
      <dsp:nvSpPr>
        <dsp:cNvPr id="0" name=""/>
        <dsp:cNvSpPr/>
      </dsp:nvSpPr>
      <dsp:spPr>
        <a:xfrm>
          <a:off x="3136825" y="2204596"/>
          <a:ext cx="1476188" cy="1476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D57569D-3700-424C-8471-D1F3D6220467}">
      <dsp:nvSpPr>
        <dsp:cNvPr id="0" name=""/>
        <dsp:cNvSpPr/>
      </dsp:nvSpPr>
      <dsp:spPr>
        <a:xfrm>
          <a:off x="1592978" y="3552880"/>
          <a:ext cx="1691465" cy="97308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Maintain comprehensive audit logs and monitoring for compliance.</a:t>
          </a:r>
        </a:p>
      </dsp:txBody>
      <dsp:txXfrm>
        <a:off x="1592978" y="3552880"/>
        <a:ext cx="1691465" cy="973082"/>
      </dsp:txXfrm>
    </dsp:sp>
    <dsp:sp modelId="{AF720F88-E653-4C24-BD31-F932F5BBFBE9}">
      <dsp:nvSpPr>
        <dsp:cNvPr id="0" name=""/>
        <dsp:cNvSpPr/>
      </dsp:nvSpPr>
      <dsp:spPr>
        <a:xfrm>
          <a:off x="2837282" y="1828941"/>
          <a:ext cx="1476188" cy="1476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531040A-05EE-4D37-A8AD-6AFBEF5947E6}">
      <dsp:nvSpPr>
        <dsp:cNvPr id="0" name=""/>
        <dsp:cNvSpPr/>
      </dsp:nvSpPr>
      <dsp:spPr>
        <a:xfrm>
          <a:off x="1039408" y="2127202"/>
          <a:ext cx="1568449" cy="106360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Reduce operational costs compared to commercial enterprise platforms</a:t>
          </a:r>
        </a:p>
      </dsp:txBody>
      <dsp:txXfrm>
        <a:off x="1039408" y="2127202"/>
        <a:ext cx="1568449" cy="1063601"/>
      </dsp:txXfrm>
    </dsp:sp>
    <dsp:sp modelId="{D5F79BCD-83D4-4DE7-B699-9B5F7407B0A2}">
      <dsp:nvSpPr>
        <dsp:cNvPr id="0" name=""/>
        <dsp:cNvSpPr/>
      </dsp:nvSpPr>
      <dsp:spPr>
        <a:xfrm>
          <a:off x="2943690" y="1360504"/>
          <a:ext cx="1476188" cy="1476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17A1AA5-9B7D-4DAF-80BD-9F2715E58780}">
      <dsp:nvSpPr>
        <dsp:cNvPr id="0" name=""/>
        <dsp:cNvSpPr/>
      </dsp:nvSpPr>
      <dsp:spPr>
        <a:xfrm>
          <a:off x="1162423" y="859932"/>
          <a:ext cx="1599203" cy="99571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Provide an intuitive user interface that requires minimal training</a:t>
          </a:r>
        </a:p>
      </dsp:txBody>
      <dsp:txXfrm>
        <a:off x="1162423" y="859932"/>
        <a:ext cx="1599203" cy="9957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235BF0-9789-41F0-A674-D69B9F81B981}">
      <dsp:nvSpPr>
        <dsp:cNvPr id="0" name=""/>
        <dsp:cNvSpPr/>
      </dsp:nvSpPr>
      <dsp:spPr>
        <a:xfrm>
          <a:off x="0" y="0"/>
          <a:ext cx="4525963" cy="452596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AD5EF4-CF0C-4D00-B805-A961ED110BD3}">
      <dsp:nvSpPr>
        <dsp:cNvPr id="0" name=""/>
        <dsp:cNvSpPr/>
      </dsp:nvSpPr>
      <dsp:spPr>
        <a:xfrm>
          <a:off x="2262981" y="0"/>
          <a:ext cx="5966618" cy="452596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Frontend Development: </a:t>
          </a:r>
          <a:r>
            <a:rPr lang="en-US" sz="2000" kern="1200"/>
            <a:t>React 18 with TypeScript and TailwindCSS for modern UI.</a:t>
          </a:r>
        </a:p>
      </dsp:txBody>
      <dsp:txXfrm>
        <a:off x="2262981" y="0"/>
        <a:ext cx="5966618" cy="724154"/>
      </dsp:txXfrm>
    </dsp:sp>
    <dsp:sp modelId="{4400423F-4922-4602-89D5-8193859A8744}">
      <dsp:nvSpPr>
        <dsp:cNvPr id="0" name=""/>
        <dsp:cNvSpPr/>
      </dsp:nvSpPr>
      <dsp:spPr>
        <a:xfrm>
          <a:off x="475226" y="724154"/>
          <a:ext cx="3575510" cy="357551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1AE807-1980-49BD-9258-4DF1EAE6BB9E}">
      <dsp:nvSpPr>
        <dsp:cNvPr id="0" name=""/>
        <dsp:cNvSpPr/>
      </dsp:nvSpPr>
      <dsp:spPr>
        <a:xfrm>
          <a:off x="2262981" y="724154"/>
          <a:ext cx="5966618" cy="357551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Backend Services</a:t>
          </a:r>
          <a:r>
            <a:rPr lang="en-US" sz="2000" kern="1200"/>
            <a:t>: Supabase Edge Functions running serverless APIs.</a:t>
          </a:r>
        </a:p>
      </dsp:txBody>
      <dsp:txXfrm>
        <a:off x="2262981" y="724154"/>
        <a:ext cx="5966618" cy="724154"/>
      </dsp:txXfrm>
    </dsp:sp>
    <dsp:sp modelId="{D1842F03-070C-4A7E-8D35-FA49AB5667AC}">
      <dsp:nvSpPr>
        <dsp:cNvPr id="0" name=""/>
        <dsp:cNvSpPr/>
      </dsp:nvSpPr>
      <dsp:spPr>
        <a:xfrm>
          <a:off x="950452" y="1448308"/>
          <a:ext cx="2625058" cy="262505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A6E85-2B96-47B8-A2BD-6B6AB1D6FC7B}">
      <dsp:nvSpPr>
        <dsp:cNvPr id="0" name=""/>
        <dsp:cNvSpPr/>
      </dsp:nvSpPr>
      <dsp:spPr>
        <a:xfrm>
          <a:off x="2262981" y="1448308"/>
          <a:ext cx="5966618" cy="262505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Database Layer: </a:t>
          </a:r>
          <a:r>
            <a:rPr lang="en-US" sz="2000" kern="1200"/>
            <a:t>PostgreSQL with Row Level Security for access control.</a:t>
          </a:r>
        </a:p>
      </dsp:txBody>
      <dsp:txXfrm>
        <a:off x="2262981" y="1448308"/>
        <a:ext cx="5966618" cy="724154"/>
      </dsp:txXfrm>
    </dsp:sp>
    <dsp:sp modelId="{D57A2E7B-04C8-4C37-A5BA-A56F10C0E2F8}">
      <dsp:nvSpPr>
        <dsp:cNvPr id="0" name=""/>
        <dsp:cNvSpPr/>
      </dsp:nvSpPr>
      <dsp:spPr>
        <a:xfrm>
          <a:off x="1425678" y="2172462"/>
          <a:ext cx="1674606" cy="167460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A54F9-CFDF-4404-98EA-7F6395F352D2}">
      <dsp:nvSpPr>
        <dsp:cNvPr id="0" name=""/>
        <dsp:cNvSpPr/>
      </dsp:nvSpPr>
      <dsp:spPr>
        <a:xfrm>
          <a:off x="2262981" y="2172462"/>
          <a:ext cx="5966618" cy="167460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AI Moderation Engine: </a:t>
          </a:r>
          <a:r>
            <a:rPr lang="en-US" sz="2000" kern="1200"/>
            <a:t>Google Gemini 2.5 Flash for analyzing uploaded content.</a:t>
          </a:r>
        </a:p>
      </dsp:txBody>
      <dsp:txXfrm>
        <a:off x="2262981" y="2172462"/>
        <a:ext cx="5966618" cy="724154"/>
      </dsp:txXfrm>
    </dsp:sp>
    <dsp:sp modelId="{21220C72-EE03-4A08-A2F5-F28C39EC73B0}">
      <dsp:nvSpPr>
        <dsp:cNvPr id="0" name=""/>
        <dsp:cNvSpPr/>
      </dsp:nvSpPr>
      <dsp:spPr>
        <a:xfrm>
          <a:off x="1900904" y="2896616"/>
          <a:ext cx="724154" cy="72415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FCCF2-E0F9-462A-BD9F-0C004982FC9D}">
      <dsp:nvSpPr>
        <dsp:cNvPr id="0" name=""/>
        <dsp:cNvSpPr/>
      </dsp:nvSpPr>
      <dsp:spPr>
        <a:xfrm>
          <a:off x="2262981" y="2896616"/>
          <a:ext cx="5966618" cy="72415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Deployment</a:t>
          </a:r>
          <a:r>
            <a:rPr lang="en-US" sz="2000" kern="1200"/>
            <a:t>: Vercel cloud infrastructure for scalability and performance.</a:t>
          </a:r>
        </a:p>
      </dsp:txBody>
      <dsp:txXfrm>
        <a:off x="2262981" y="2896616"/>
        <a:ext cx="5966618" cy="7241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196CC0-D3C9-4624-AD96-014603019574}">
      <dsp:nvSpPr>
        <dsp:cNvPr id="0" name=""/>
        <dsp:cNvSpPr/>
      </dsp:nvSpPr>
      <dsp:spPr>
        <a:xfrm>
          <a:off x="392734" y="0"/>
          <a:ext cx="4450994" cy="1720119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1629CF-DAD9-4E61-A66E-DCE384AA9E9F}">
      <dsp:nvSpPr>
        <dsp:cNvPr id="0" name=""/>
        <dsp:cNvSpPr/>
      </dsp:nvSpPr>
      <dsp:spPr>
        <a:xfrm>
          <a:off x="159" y="516035"/>
          <a:ext cx="1003250" cy="6880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User Upload </a:t>
          </a:r>
        </a:p>
      </dsp:txBody>
      <dsp:txXfrm>
        <a:off x="33747" y="549623"/>
        <a:ext cx="936074" cy="620871"/>
      </dsp:txXfrm>
    </dsp:sp>
    <dsp:sp modelId="{2C642ED2-B9AE-4DC3-A9CB-7011BBD4D7DF}">
      <dsp:nvSpPr>
        <dsp:cNvPr id="0" name=""/>
        <dsp:cNvSpPr/>
      </dsp:nvSpPr>
      <dsp:spPr>
        <a:xfrm>
          <a:off x="1058383" y="516035"/>
          <a:ext cx="1003250" cy="6880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Temporary Storage </a:t>
          </a:r>
        </a:p>
      </dsp:txBody>
      <dsp:txXfrm>
        <a:off x="1091971" y="549623"/>
        <a:ext cx="936074" cy="620871"/>
      </dsp:txXfrm>
    </dsp:sp>
    <dsp:sp modelId="{CB8BF89A-A969-4701-9E3E-20FE9DF3D4CF}">
      <dsp:nvSpPr>
        <dsp:cNvPr id="0" name=""/>
        <dsp:cNvSpPr/>
      </dsp:nvSpPr>
      <dsp:spPr>
        <a:xfrm>
          <a:off x="2116606" y="516035"/>
          <a:ext cx="1003250" cy="6880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AI Moderation </a:t>
          </a:r>
        </a:p>
      </dsp:txBody>
      <dsp:txXfrm>
        <a:off x="2150194" y="549623"/>
        <a:ext cx="936074" cy="620871"/>
      </dsp:txXfrm>
    </dsp:sp>
    <dsp:sp modelId="{422A6F6F-AF19-4325-9DD9-69EA8F858B7E}">
      <dsp:nvSpPr>
        <dsp:cNvPr id="0" name=""/>
        <dsp:cNvSpPr/>
      </dsp:nvSpPr>
      <dsp:spPr>
        <a:xfrm>
          <a:off x="3174830" y="516035"/>
          <a:ext cx="1003250" cy="6880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Admin Approval </a:t>
          </a:r>
        </a:p>
      </dsp:txBody>
      <dsp:txXfrm>
        <a:off x="3208418" y="549623"/>
        <a:ext cx="936074" cy="620871"/>
      </dsp:txXfrm>
    </dsp:sp>
    <dsp:sp modelId="{205D3BFE-0830-41A4-A7E8-2C75E7049950}">
      <dsp:nvSpPr>
        <dsp:cNvPr id="0" name=""/>
        <dsp:cNvSpPr/>
      </dsp:nvSpPr>
      <dsp:spPr>
        <a:xfrm>
          <a:off x="4233053" y="516035"/>
          <a:ext cx="1003250" cy="6880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File Publication.</a:t>
          </a:r>
        </a:p>
      </dsp:txBody>
      <dsp:txXfrm>
        <a:off x="4266641" y="549623"/>
        <a:ext cx="936074" cy="62087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FCF59-0099-4D3B-BCAE-013A8309AA24}">
      <dsp:nvSpPr>
        <dsp:cNvPr id="0" name=""/>
        <dsp:cNvSpPr/>
      </dsp:nvSpPr>
      <dsp:spPr>
        <a:xfrm>
          <a:off x="-5116992" y="-783865"/>
          <a:ext cx="6093694" cy="6093694"/>
        </a:xfrm>
        <a:prstGeom prst="blockArc">
          <a:avLst>
            <a:gd name="adj1" fmla="val 18900000"/>
            <a:gd name="adj2" fmla="val 2700000"/>
            <a:gd name="adj3" fmla="val 354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AD9727-6DE6-4EF3-A25D-35B775A1BBBB}">
      <dsp:nvSpPr>
        <dsp:cNvPr id="0" name=""/>
        <dsp:cNvSpPr/>
      </dsp:nvSpPr>
      <dsp:spPr>
        <a:xfrm>
          <a:off x="364315" y="238337"/>
          <a:ext cx="7802801" cy="4764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17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AI-Powered Moderation</a:t>
          </a:r>
          <a:br>
            <a:rPr lang="en-US" sz="1400" kern="1200" dirty="0"/>
          </a:br>
          <a:r>
            <a:rPr lang="en-US" sz="1400" kern="1200" dirty="0"/>
            <a:t>Improves platform security and reduces manual review workload.</a:t>
          </a:r>
        </a:p>
      </dsp:txBody>
      <dsp:txXfrm>
        <a:off x="364315" y="238337"/>
        <a:ext cx="7802801" cy="476493"/>
      </dsp:txXfrm>
    </dsp:sp>
    <dsp:sp modelId="{75F811D5-8BF5-471E-96A3-264562517F31}">
      <dsp:nvSpPr>
        <dsp:cNvPr id="0" name=""/>
        <dsp:cNvSpPr/>
      </dsp:nvSpPr>
      <dsp:spPr>
        <a:xfrm>
          <a:off x="66507" y="178775"/>
          <a:ext cx="595616" cy="59561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45DBA3-1D59-4737-9F12-DCF3B810F20B}">
      <dsp:nvSpPr>
        <dsp:cNvPr id="0" name=""/>
        <dsp:cNvSpPr/>
      </dsp:nvSpPr>
      <dsp:spPr>
        <a:xfrm>
          <a:off x="756263" y="952986"/>
          <a:ext cx="7410853" cy="4764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17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Multi-Stage Approval Workflows</a:t>
          </a:r>
          <a:br>
            <a:rPr lang="en-US" sz="1400" kern="1200"/>
          </a:br>
          <a:r>
            <a:rPr lang="en-US" sz="1400" kern="1200"/>
            <a:t>Prevent unauthorized or harmful content from being published.</a:t>
          </a:r>
        </a:p>
      </dsp:txBody>
      <dsp:txXfrm>
        <a:off x="756263" y="952986"/>
        <a:ext cx="7410853" cy="476493"/>
      </dsp:txXfrm>
    </dsp:sp>
    <dsp:sp modelId="{3509E509-C5DE-48ED-9F96-37B90D65CE23}">
      <dsp:nvSpPr>
        <dsp:cNvPr id="0" name=""/>
        <dsp:cNvSpPr/>
      </dsp:nvSpPr>
      <dsp:spPr>
        <a:xfrm>
          <a:off x="458455" y="893425"/>
          <a:ext cx="595616" cy="59561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6E645D-836F-4A5C-AE83-197142E511C6}">
      <dsp:nvSpPr>
        <dsp:cNvPr id="0" name=""/>
        <dsp:cNvSpPr/>
      </dsp:nvSpPr>
      <dsp:spPr>
        <a:xfrm>
          <a:off x="935492" y="1667636"/>
          <a:ext cx="7231625" cy="4764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17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/>
            <a:t>Passwordless</a:t>
          </a:r>
          <a:r>
            <a:rPr lang="en-US" sz="1400" b="1" kern="1200" dirty="0"/>
            <a:t> Authentication</a:t>
          </a:r>
          <a:br>
            <a:rPr lang="en-US" sz="1400" kern="1200" dirty="0"/>
          </a:br>
          <a:r>
            <a:rPr lang="en-US" sz="1400" kern="1200" dirty="0"/>
            <a:t>Reduces credential-based vulnerabilities.</a:t>
          </a:r>
        </a:p>
      </dsp:txBody>
      <dsp:txXfrm>
        <a:off x="935492" y="1667636"/>
        <a:ext cx="7231625" cy="476493"/>
      </dsp:txXfrm>
    </dsp:sp>
    <dsp:sp modelId="{1A32383F-39F2-440E-B6B9-FBA0C4D7A54F}">
      <dsp:nvSpPr>
        <dsp:cNvPr id="0" name=""/>
        <dsp:cNvSpPr/>
      </dsp:nvSpPr>
      <dsp:spPr>
        <a:xfrm>
          <a:off x="637683" y="1608074"/>
          <a:ext cx="595616" cy="59561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AFEF0E-79B5-410B-867C-40EBFD4B2439}">
      <dsp:nvSpPr>
        <dsp:cNvPr id="0" name=""/>
        <dsp:cNvSpPr/>
      </dsp:nvSpPr>
      <dsp:spPr>
        <a:xfrm>
          <a:off x="935492" y="2381833"/>
          <a:ext cx="7231625" cy="4764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17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Serverless Architecture</a:t>
          </a:r>
          <a:br>
            <a:rPr lang="en-US" sz="1400" kern="1200"/>
          </a:br>
          <a:r>
            <a:rPr lang="en-US" sz="1400" kern="1200"/>
            <a:t>Provides scalability and high availability.</a:t>
          </a:r>
        </a:p>
      </dsp:txBody>
      <dsp:txXfrm>
        <a:off x="935492" y="2381833"/>
        <a:ext cx="7231625" cy="476493"/>
      </dsp:txXfrm>
    </dsp:sp>
    <dsp:sp modelId="{32F7ABE0-56C4-42BA-9E2F-BC079A8A4F55}">
      <dsp:nvSpPr>
        <dsp:cNvPr id="0" name=""/>
        <dsp:cNvSpPr/>
      </dsp:nvSpPr>
      <dsp:spPr>
        <a:xfrm>
          <a:off x="637683" y="2322271"/>
          <a:ext cx="595616" cy="59561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30258F-92A8-43AF-8493-7DB3778B9F57}">
      <dsp:nvSpPr>
        <dsp:cNvPr id="0" name=""/>
        <dsp:cNvSpPr/>
      </dsp:nvSpPr>
      <dsp:spPr>
        <a:xfrm>
          <a:off x="756263" y="3096482"/>
          <a:ext cx="7410853" cy="4764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17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Open-Source Architecture</a:t>
          </a:r>
          <a:br>
            <a:rPr lang="en-US" sz="1400" kern="1200"/>
          </a:br>
          <a:r>
            <a:rPr lang="en-US" sz="1400" kern="1200"/>
            <a:t>Eliminates vendor lock-in.</a:t>
          </a:r>
        </a:p>
      </dsp:txBody>
      <dsp:txXfrm>
        <a:off x="756263" y="3096482"/>
        <a:ext cx="7410853" cy="476493"/>
      </dsp:txXfrm>
    </dsp:sp>
    <dsp:sp modelId="{98F7CD3F-C821-4546-B054-9EF3FAB08AF9}">
      <dsp:nvSpPr>
        <dsp:cNvPr id="0" name=""/>
        <dsp:cNvSpPr/>
      </dsp:nvSpPr>
      <dsp:spPr>
        <a:xfrm>
          <a:off x="487682" y="3049113"/>
          <a:ext cx="595616" cy="59561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026DE9-9C31-4B9F-A64C-13C308C8F946}">
      <dsp:nvSpPr>
        <dsp:cNvPr id="0" name=""/>
        <dsp:cNvSpPr/>
      </dsp:nvSpPr>
      <dsp:spPr>
        <a:xfrm>
          <a:off x="364315" y="3811132"/>
          <a:ext cx="7802801" cy="4764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17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Cost-Efficient Implementation</a:t>
          </a:r>
          <a:br>
            <a:rPr lang="en-US" sz="1400" kern="1200" dirty="0"/>
          </a:br>
          <a:r>
            <a:rPr lang="en-US" sz="1400" kern="1200" dirty="0"/>
            <a:t>Reduces expenses by </a:t>
          </a:r>
          <a:r>
            <a:rPr lang="en-US" sz="1400" b="1" kern="1200" dirty="0"/>
            <a:t>95–98% compared to commercial solutions</a:t>
          </a:r>
          <a:r>
            <a:rPr lang="en-US" sz="1400" kern="1200" dirty="0"/>
            <a:t>.</a:t>
          </a:r>
        </a:p>
      </dsp:txBody>
      <dsp:txXfrm>
        <a:off x="364315" y="3811132"/>
        <a:ext cx="7802801" cy="476493"/>
      </dsp:txXfrm>
    </dsp:sp>
    <dsp:sp modelId="{E4E3F60A-6214-42B1-8652-A252F7488DEB}">
      <dsp:nvSpPr>
        <dsp:cNvPr id="0" name=""/>
        <dsp:cNvSpPr/>
      </dsp:nvSpPr>
      <dsp:spPr>
        <a:xfrm>
          <a:off x="66507" y="3751570"/>
          <a:ext cx="595616" cy="59561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D587AF-F551-4F12-A04C-4CC45729BA05}">
      <dsp:nvSpPr>
        <dsp:cNvPr id="0" name=""/>
        <dsp:cNvSpPr/>
      </dsp:nvSpPr>
      <dsp:spPr>
        <a:xfrm>
          <a:off x="0" y="371669"/>
          <a:ext cx="82296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ResolGate provides a secure and scalable AI‑assisted file management platform.</a:t>
          </a:r>
        </a:p>
      </dsp:txBody>
      <dsp:txXfrm>
        <a:off x="34906" y="406575"/>
        <a:ext cx="8159788" cy="645240"/>
      </dsp:txXfrm>
    </dsp:sp>
    <dsp:sp modelId="{804E083F-4255-4001-B5BA-92B7A90BB66B}">
      <dsp:nvSpPr>
        <dsp:cNvPr id="0" name=""/>
        <dsp:cNvSpPr/>
      </dsp:nvSpPr>
      <dsp:spPr>
        <a:xfrm>
          <a:off x="0" y="1138562"/>
          <a:ext cx="82296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system achieves 91.5% moderation accuracy with an average processing time of 2.3 seconds.</a:t>
          </a:r>
        </a:p>
      </dsp:txBody>
      <dsp:txXfrm>
        <a:off x="34906" y="1173468"/>
        <a:ext cx="8159788" cy="645240"/>
      </dsp:txXfrm>
    </dsp:sp>
    <dsp:sp modelId="{4B80F98F-200C-468D-958B-2EF53570D9EC}">
      <dsp:nvSpPr>
        <dsp:cNvPr id="0" name=""/>
        <dsp:cNvSpPr/>
      </dsp:nvSpPr>
      <dsp:spPr>
        <a:xfrm>
          <a:off x="0" y="1905455"/>
          <a:ext cx="82296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Manrope" pitchFamily="34" charset="0"/>
              <a:ea typeface="Manrope" pitchFamily="34" charset="-122"/>
              <a:cs typeface="Manrope" pitchFamily="34" charset="-120"/>
            </a:rPr>
            <a:t>The hybrid AI-human moderation approach ensures both efficiency and reliability.</a:t>
          </a:r>
          <a:endParaRPr lang="en-US" sz="1800" kern="1200" dirty="0">
            <a:solidFill>
              <a:schemeClr val="bg1"/>
            </a:solidFill>
          </a:endParaRPr>
        </a:p>
      </dsp:txBody>
      <dsp:txXfrm>
        <a:off x="34906" y="1940361"/>
        <a:ext cx="8159788" cy="645240"/>
      </dsp:txXfrm>
    </dsp:sp>
    <dsp:sp modelId="{3BF7D6A6-40A9-4840-9609-94E3D1B76BA2}">
      <dsp:nvSpPr>
        <dsp:cNvPr id="0" name=""/>
        <dsp:cNvSpPr/>
      </dsp:nvSpPr>
      <dsp:spPr>
        <a:xfrm>
          <a:off x="0" y="2672347"/>
          <a:ext cx="82296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platform significantly reduces operational cost compared to commercial solutions.</a:t>
          </a:r>
        </a:p>
      </dsp:txBody>
      <dsp:txXfrm>
        <a:off x="34906" y="2707253"/>
        <a:ext cx="8159788" cy="645240"/>
      </dsp:txXfrm>
    </dsp:sp>
    <dsp:sp modelId="{945D1AB2-33AC-417A-AC67-7C00D4073E90}">
      <dsp:nvSpPr>
        <dsp:cNvPr id="0" name=""/>
        <dsp:cNvSpPr/>
      </dsp:nvSpPr>
      <dsp:spPr>
        <a:xfrm>
          <a:off x="0" y="3439240"/>
          <a:ext cx="82296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bg1"/>
              </a:solidFill>
              <a:latin typeface="Manrope" pitchFamily="34" charset="0"/>
              <a:ea typeface="Manrope" pitchFamily="34" charset="-122"/>
              <a:cs typeface="Manrope" pitchFamily="34" charset="-120"/>
            </a:rPr>
            <a:t>ResolGate</a:t>
          </a:r>
          <a:r>
            <a:rPr lang="en-US" sz="1800" kern="1200" dirty="0">
              <a:solidFill>
                <a:schemeClr val="bg1"/>
              </a:solidFill>
              <a:latin typeface="Manrope" pitchFamily="34" charset="0"/>
              <a:ea typeface="Manrope" pitchFamily="34" charset="-122"/>
              <a:cs typeface="Manrope" pitchFamily="34" charset="-120"/>
            </a:rPr>
            <a:t> provides a scalable, secure, and cost-effective platform for knowledge sharing and digital asset management in educational institutions.</a:t>
          </a:r>
          <a:endParaRPr lang="en-US" sz="1800" kern="1200" dirty="0">
            <a:solidFill>
              <a:schemeClr val="bg1"/>
            </a:solidFill>
          </a:endParaRPr>
        </a:p>
      </dsp:txBody>
      <dsp:txXfrm>
        <a:off x="34906" y="3474146"/>
        <a:ext cx="8159788" cy="6452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A5D2E2-9D94-4F03-AD11-C3739BBE330A}">
      <dsp:nvSpPr>
        <dsp:cNvPr id="0" name=""/>
        <dsp:cNvSpPr/>
      </dsp:nvSpPr>
      <dsp:spPr>
        <a:xfrm>
          <a:off x="0" y="633825"/>
          <a:ext cx="672388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OpenAI. Moderation API Documentation. OpenAI Platform, 2022.</a:t>
          </a:r>
        </a:p>
      </dsp:txBody>
      <dsp:txXfrm>
        <a:off x="18734" y="652559"/>
        <a:ext cx="6686420" cy="346292"/>
      </dsp:txXfrm>
    </dsp:sp>
    <dsp:sp modelId="{EE1184B4-1255-4BD0-A3EC-C5AD9781635B}">
      <dsp:nvSpPr>
        <dsp:cNvPr id="0" name=""/>
        <dsp:cNvSpPr/>
      </dsp:nvSpPr>
      <dsp:spPr>
        <a:xfrm>
          <a:off x="0" y="1063665"/>
          <a:ext cx="672388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Google Cloud. Cloud Vision API SafeSearch Detection Documentation, 2023.</a:t>
          </a:r>
        </a:p>
      </dsp:txBody>
      <dsp:txXfrm>
        <a:off x="18734" y="1082399"/>
        <a:ext cx="6686420" cy="346292"/>
      </dsp:txXfrm>
    </dsp:sp>
    <dsp:sp modelId="{E3074FF0-104F-43FA-B7F7-E8233FE36697}">
      <dsp:nvSpPr>
        <dsp:cNvPr id="0" name=""/>
        <dsp:cNvSpPr/>
      </dsp:nvSpPr>
      <dsp:spPr>
        <a:xfrm>
          <a:off x="0" y="1493505"/>
          <a:ext cx="672388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Supabase Documentation. PostgreSQL Row Level Security Guide, 2024.</a:t>
          </a:r>
        </a:p>
      </dsp:txBody>
      <dsp:txXfrm>
        <a:off x="18734" y="1512239"/>
        <a:ext cx="6686420" cy="346292"/>
      </dsp:txXfrm>
    </dsp:sp>
    <dsp:sp modelId="{D394D157-B5FB-40A1-AE79-B3EB0459C76C}">
      <dsp:nvSpPr>
        <dsp:cNvPr id="0" name=""/>
        <dsp:cNvSpPr/>
      </dsp:nvSpPr>
      <dsp:spPr>
        <a:xfrm>
          <a:off x="0" y="1923345"/>
          <a:ext cx="672388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React Team. React 18 Official Documentation, 2024.</a:t>
          </a:r>
        </a:p>
      </dsp:txBody>
      <dsp:txXfrm>
        <a:off x="18734" y="1942079"/>
        <a:ext cx="6686420" cy="346292"/>
      </dsp:txXfrm>
    </dsp:sp>
    <dsp:sp modelId="{8F2B29AD-DA12-4DF6-9889-1674ABE3D639}">
      <dsp:nvSpPr>
        <dsp:cNvPr id="0" name=""/>
        <dsp:cNvSpPr/>
      </dsp:nvSpPr>
      <dsp:spPr>
        <a:xfrm>
          <a:off x="0" y="2353185"/>
          <a:ext cx="672388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Google DeepMind. Gemini 2.5 Flash Technical Report, 2025.</a:t>
          </a:r>
        </a:p>
      </dsp:txBody>
      <dsp:txXfrm>
        <a:off x="18734" y="2371919"/>
        <a:ext cx="6686420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7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1.png"/><Relationship Id="rId12" Type="http://schemas.openxmlformats.org/officeDocument/2006/relationships/image" Target="../media/image6.svg"/><Relationship Id="rId2" Type="http://schemas.openxmlformats.org/officeDocument/2006/relationships/diagramData" Target="../diagrams/data6.xml"/><Relationship Id="rId16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6.xml"/><Relationship Id="rId15" Type="http://schemas.openxmlformats.org/officeDocument/2006/relationships/image" Target="../media/image9.png"/><Relationship Id="rId10" Type="http://schemas.openxmlformats.org/officeDocument/2006/relationships/image" Target="../media/image4.svg"/><Relationship Id="rId4" Type="http://schemas.openxmlformats.org/officeDocument/2006/relationships/diagramQuickStyle" Target="../diagrams/quickStyle6.xml"/><Relationship Id="rId9" Type="http://schemas.openxmlformats.org/officeDocument/2006/relationships/image" Target="../media/image3.png"/><Relationship Id="rId1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resolgate.vercel.app/" TargetMode="External"/><Relationship Id="rId3" Type="http://schemas.openxmlformats.org/officeDocument/2006/relationships/diagramLayout" Target="../diagrams/layout8.xml"/><Relationship Id="rId7" Type="http://schemas.openxmlformats.org/officeDocument/2006/relationships/hyperlink" Target="https://github.com/Abhilashchary/code-resol-vault" TargetMode="Externa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304" y="731521"/>
            <a:ext cx="8680704" cy="1796034"/>
          </a:xfrm>
        </p:spPr>
        <p:txBody>
          <a:bodyPr>
            <a:normAutofit fontScale="90000"/>
          </a:bodyPr>
          <a:lstStyle/>
          <a:p>
            <a:r>
              <a:rPr dirty="0" err="1"/>
              <a:t>ResolGate</a:t>
            </a:r>
            <a:r>
              <a:rPr dirty="0"/>
              <a:t>: An AI‑Assisted Approval‑Based Knowledge Repository</a:t>
            </a:r>
            <a:r>
              <a:rPr lang="en-US" dirty="0"/>
              <a:t> for Education and Rural Learning 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0160" y="2987040"/>
            <a:ext cx="6492240" cy="2651760"/>
          </a:xfrm>
        </p:spPr>
        <p:txBody>
          <a:bodyPr>
            <a:normAutofit fontScale="92500" lnSpcReduction="10000"/>
          </a:bodyPr>
          <a:lstStyle/>
          <a:p>
            <a:endParaRPr sz="1100" b="1" dirty="0">
              <a:solidFill>
                <a:schemeClr val="tx1"/>
              </a:solidFill>
            </a:endParaRPr>
          </a:p>
          <a:p>
            <a:r>
              <a:rPr sz="1600" b="1" dirty="0">
                <a:solidFill>
                  <a:schemeClr val="tx1"/>
                </a:solidFill>
              </a:rPr>
              <a:t>Presented by:</a:t>
            </a:r>
          </a:p>
          <a:p>
            <a:r>
              <a:rPr sz="1600" b="1" dirty="0">
                <a:solidFill>
                  <a:schemeClr val="tx1"/>
                </a:solidFill>
              </a:rPr>
              <a:t>Vadla Abhilash Chary</a:t>
            </a:r>
          </a:p>
          <a:p>
            <a:r>
              <a:rPr sz="1600" b="1" dirty="0" err="1">
                <a:solidFill>
                  <a:schemeClr val="tx1"/>
                </a:solidFill>
              </a:rPr>
              <a:t>Sabavat</a:t>
            </a:r>
            <a:r>
              <a:rPr sz="1600" b="1" dirty="0">
                <a:solidFill>
                  <a:schemeClr val="tx1"/>
                </a:solidFill>
              </a:rPr>
              <a:t> Rahul</a:t>
            </a:r>
          </a:p>
          <a:p>
            <a:r>
              <a:rPr sz="1600" b="1" dirty="0">
                <a:solidFill>
                  <a:schemeClr val="tx1"/>
                </a:solidFill>
              </a:rPr>
              <a:t>Bandi Bhavitha</a:t>
            </a:r>
            <a:endParaRPr lang="en-US" sz="1600" b="1" dirty="0">
              <a:solidFill>
                <a:schemeClr val="tx1"/>
              </a:solidFill>
            </a:endParaRPr>
          </a:p>
          <a:p>
            <a:endParaRPr sz="1600" b="1" dirty="0">
              <a:solidFill>
                <a:schemeClr val="tx1"/>
              </a:solidFill>
            </a:endParaRPr>
          </a:p>
          <a:p>
            <a:r>
              <a:rPr sz="1600" b="1" dirty="0">
                <a:solidFill>
                  <a:schemeClr val="tx1"/>
                </a:solidFill>
              </a:rPr>
              <a:t>Guide: Bhagyashree B.M</a:t>
            </a:r>
          </a:p>
          <a:p>
            <a:r>
              <a:rPr sz="1600" b="1" dirty="0">
                <a:solidFill>
                  <a:schemeClr val="tx1"/>
                </a:solidFill>
              </a:rPr>
              <a:t>Department of Computer Science and Engineering</a:t>
            </a:r>
          </a:p>
          <a:p>
            <a:r>
              <a:rPr sz="1600" b="1" dirty="0">
                <a:solidFill>
                  <a:schemeClr val="tx1"/>
                </a:solidFill>
              </a:rPr>
              <a:t>CMR Technical Campus</a:t>
            </a:r>
          </a:p>
          <a:p>
            <a:r>
              <a:rPr sz="1600" b="1" dirty="0">
                <a:solidFill>
                  <a:schemeClr val="tx1"/>
                </a:solidFill>
              </a:rPr>
              <a:t>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867AE2E-80EB-59C8-E02B-8758434C1F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4510070"/>
              </p:ext>
            </p:extLst>
          </p:nvPr>
        </p:nvGraphicFramePr>
        <p:xfrm>
          <a:off x="457200" y="1600518"/>
          <a:ext cx="8229600" cy="4708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C510FE2-46D8-934F-DFD3-A3C868EC86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477458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D440F4-C911-455F-C570-5C05EB8636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6211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853688-1A51-4B4B-8EBB-4584CCB4C2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626634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/ Concept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288791"/>
          </a:xfrm>
        </p:spPr>
        <p:txBody>
          <a:bodyPr>
            <a:normAutofit lnSpcReduction="10000"/>
          </a:bodyPr>
          <a:lstStyle/>
          <a:p>
            <a:r>
              <a:rPr sz="2200" dirty="0" err="1"/>
              <a:t>Resol</a:t>
            </a:r>
            <a:r>
              <a:rPr lang="en-US" sz="2200" dirty="0"/>
              <a:t> </a:t>
            </a:r>
            <a:r>
              <a:rPr sz="2200" dirty="0"/>
              <a:t>Gate uses a three‑tier architecture: Presentation Layer, Application Layer, and Data Layer.</a:t>
            </a:r>
          </a:p>
          <a:p>
            <a:r>
              <a:rPr sz="2200" dirty="0"/>
              <a:t>Presentation Layer provides the React‑based interface for users and administrators.</a:t>
            </a:r>
          </a:p>
          <a:p>
            <a:r>
              <a:rPr sz="2200" dirty="0"/>
              <a:t>Application Layer processes uploads, performs AI moderation, and manages workflows.</a:t>
            </a:r>
          </a:p>
          <a:p>
            <a:r>
              <a:rPr sz="2200" dirty="0"/>
              <a:t>Data Layer stores file metadata, user data, and audit logs in PostgreSQL.</a:t>
            </a:r>
          </a:p>
          <a:p>
            <a:pPr marL="0" indent="0">
              <a:buNone/>
            </a:pPr>
            <a:r>
              <a:rPr sz="3000" b="1" dirty="0"/>
              <a:t>Workflow:</a:t>
            </a:r>
            <a:endParaRPr lang="en-US" sz="3000" b="1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4F31350-298B-1598-2F66-0D4426D52F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7797397"/>
              </p:ext>
            </p:extLst>
          </p:nvPr>
        </p:nvGraphicFramePr>
        <p:xfrm>
          <a:off x="1956816" y="4742689"/>
          <a:ext cx="5236464" cy="17201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176" y="274638"/>
            <a:ext cx="8229600" cy="398222"/>
          </a:xfrm>
        </p:spPr>
        <p:txBody>
          <a:bodyPr>
            <a:normAutofit fontScale="90000"/>
          </a:bodyPr>
          <a:lstStyle/>
          <a:p>
            <a:r>
              <a:rPr dirty="0"/>
              <a:t>Results / Findings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671341"/>
              </p:ext>
            </p:extLst>
          </p:nvPr>
        </p:nvGraphicFramePr>
        <p:xfrm>
          <a:off x="319175" y="1439938"/>
          <a:ext cx="3812876" cy="219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6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6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705">
                <a:tc>
                  <a:txBody>
                    <a:bodyPr/>
                    <a:lstStyle/>
                    <a:p>
                      <a:r>
                        <a:rPr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705"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91.5%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705"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89.2%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705">
                <a:tc>
                  <a:txBody>
                    <a:bodyPr/>
                    <a:lstStyle/>
                    <a:p>
                      <a:r>
                        <a:rPr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93.8%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761">
                <a:tc>
                  <a:txBody>
                    <a:bodyPr/>
                    <a:lstStyle/>
                    <a:p>
                      <a:r>
                        <a:rPr lang="en-US" dirty="0"/>
                        <a:t>Average </a:t>
                      </a:r>
                      <a:r>
                        <a:rPr dirty="0"/>
                        <a:t>Processing</a:t>
                      </a:r>
                      <a:r>
                        <a:rPr lang="en-US" dirty="0"/>
                        <a:t> </a:t>
                      </a:r>
                      <a:r>
                        <a:rPr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2.3 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F429221-7160-93BE-21D0-9D6DF1D88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379469"/>
              </p:ext>
            </p:extLst>
          </p:nvPr>
        </p:nvGraphicFramePr>
        <p:xfrm>
          <a:off x="4270074" y="1439938"/>
          <a:ext cx="4433976" cy="2179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7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916">
                <a:tc>
                  <a:txBody>
                    <a:bodyPr/>
                    <a:lstStyle/>
                    <a:p>
                      <a:r>
                        <a:rPr dirty="0"/>
                        <a:t>Content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Sample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916">
                <a:tc>
                  <a:txBody>
                    <a:bodyPr/>
                    <a:lstStyle/>
                    <a:p>
                      <a:r>
                        <a:rPr dirty="0"/>
                        <a:t>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916">
                <a:tc>
                  <a:txBody>
                    <a:bodyPr/>
                    <a:lstStyle/>
                    <a:p>
                      <a:r>
                        <a:t>Documents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916">
                <a:tc>
                  <a:txBody>
                    <a:bodyPr/>
                    <a:lstStyle/>
                    <a:p>
                      <a:r>
                        <a:rPr dirty="0"/>
                        <a:t>Videos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916">
                <a:tc>
                  <a:txBody>
                    <a:bodyPr/>
                    <a:lstStyle/>
                    <a:p>
                      <a:r>
                        <a:t>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91.0%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FDF8D2F-FEB8-B554-D583-AC6126E5A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589053"/>
              </p:ext>
            </p:extLst>
          </p:nvPr>
        </p:nvGraphicFramePr>
        <p:xfrm>
          <a:off x="319175" y="4047480"/>
          <a:ext cx="838487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0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6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77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428">
                <a:tc>
                  <a:txBody>
                    <a:bodyPr/>
                    <a:lstStyle/>
                    <a:p>
                      <a:r>
                        <a:rPr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Google Drive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Dropbox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ResolGate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428">
                <a:tc>
                  <a:txBody>
                    <a:bodyPr/>
                    <a:lstStyle/>
                    <a:p>
                      <a:r>
                        <a:t>AI Moderation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249">
                <a:tc>
                  <a:txBody>
                    <a:bodyPr/>
                    <a:lstStyle/>
                    <a:p>
                      <a:r>
                        <a:t>Pre‑Upload Approval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249">
                <a:tc>
                  <a:txBody>
                    <a:bodyPr/>
                    <a:lstStyle/>
                    <a:p>
                      <a:r>
                        <a:t>Passwordless 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428">
                <a:tc>
                  <a:txBody>
                    <a:bodyPr/>
                    <a:lstStyle/>
                    <a:p>
                      <a:r>
                        <a:t>Risk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 (4 Levels)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428">
                <a:tc>
                  <a:txBody>
                    <a:bodyPr/>
                    <a:lstStyle/>
                    <a:p>
                      <a:r>
                        <a:t>Open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FA2EF2D-E54A-FEB8-D31C-BF96093431F7}"/>
              </a:ext>
            </a:extLst>
          </p:cNvPr>
          <p:cNvSpPr txBox="1"/>
          <p:nvPr/>
        </p:nvSpPr>
        <p:spPr>
          <a:xfrm>
            <a:off x="319176" y="1048306"/>
            <a:ext cx="347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dirty="0"/>
              <a:t>AI Moderation Performance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48D6BC-4A12-3356-6411-936204EF1BA7}"/>
              </a:ext>
            </a:extLst>
          </p:cNvPr>
          <p:cNvSpPr txBox="1"/>
          <p:nvPr/>
        </p:nvSpPr>
        <p:spPr>
          <a:xfrm>
            <a:off x="4244194" y="105786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dirty="0"/>
              <a:t>Performance by Content Type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0AB397-B53F-A92F-B2B4-335BC4553385}"/>
              </a:ext>
            </a:extLst>
          </p:cNvPr>
          <p:cNvSpPr txBox="1"/>
          <p:nvPr/>
        </p:nvSpPr>
        <p:spPr>
          <a:xfrm>
            <a:off x="2154762" y="365831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dirty="0"/>
              <a:t>Feature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Advantages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3B7922-9D11-0843-EF1C-6ADFA4A3C9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284132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phic 5" descr="Employee badge with solid fill">
            <a:extLst>
              <a:ext uri="{FF2B5EF4-FFF2-40B4-BE49-F238E27FC236}">
                <a16:creationId xmlns:a16="http://schemas.microsoft.com/office/drawing/2014/main" id="{D69E646C-0842-86C4-5276-2ECB70F958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1801368"/>
            <a:ext cx="454152" cy="454152"/>
          </a:xfrm>
          <a:prstGeom prst="rect">
            <a:avLst/>
          </a:prstGeom>
        </p:spPr>
      </p:pic>
      <p:pic>
        <p:nvPicPr>
          <p:cNvPr id="8" name="Graphic 7" descr="Checklist with solid fill">
            <a:extLst>
              <a:ext uri="{FF2B5EF4-FFF2-40B4-BE49-F238E27FC236}">
                <a16:creationId xmlns:a16="http://schemas.microsoft.com/office/drawing/2014/main" id="{39FA885D-2F85-DF9F-D32A-53C1A4CDDB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3648" y="2581656"/>
            <a:ext cx="429768" cy="429768"/>
          </a:xfrm>
          <a:prstGeom prst="rect">
            <a:avLst/>
          </a:prstGeom>
        </p:spPr>
      </p:pic>
      <p:pic>
        <p:nvPicPr>
          <p:cNvPr id="10" name="Graphic 9" descr="Money with solid fill">
            <a:extLst>
              <a:ext uri="{FF2B5EF4-FFF2-40B4-BE49-F238E27FC236}">
                <a16:creationId xmlns:a16="http://schemas.microsoft.com/office/drawing/2014/main" id="{C1F94958-9425-33EE-D80D-F5DC6F6F69E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7072" y="4645152"/>
            <a:ext cx="536448" cy="536448"/>
          </a:xfrm>
          <a:prstGeom prst="rect">
            <a:avLst/>
          </a:prstGeom>
        </p:spPr>
      </p:pic>
      <p:pic>
        <p:nvPicPr>
          <p:cNvPr id="12" name="Graphic 11" descr="Cloud with solid fill">
            <a:extLst>
              <a:ext uri="{FF2B5EF4-FFF2-40B4-BE49-F238E27FC236}">
                <a16:creationId xmlns:a16="http://schemas.microsoft.com/office/drawing/2014/main" id="{58FA8D67-A5E5-21F2-C6FE-39D91F94896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1288" y="3975240"/>
            <a:ext cx="500520" cy="500520"/>
          </a:xfrm>
          <a:prstGeom prst="rect">
            <a:avLst/>
          </a:prstGeom>
        </p:spPr>
      </p:pic>
      <p:pic>
        <p:nvPicPr>
          <p:cNvPr id="14" name="Graphic 13" descr="Lock with solid fill">
            <a:extLst>
              <a:ext uri="{FF2B5EF4-FFF2-40B4-BE49-F238E27FC236}">
                <a16:creationId xmlns:a16="http://schemas.microsoft.com/office/drawing/2014/main" id="{AA0A6E40-D0D3-9AD1-B15C-F0AA0C6F9C8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61288" y="3182112"/>
            <a:ext cx="524256" cy="524256"/>
          </a:xfrm>
          <a:prstGeom prst="rect">
            <a:avLst/>
          </a:prstGeom>
        </p:spPr>
      </p:pic>
      <p:pic>
        <p:nvPicPr>
          <p:cNvPr id="15" name="Graphic 14" descr="Money with solid fill">
            <a:extLst>
              <a:ext uri="{FF2B5EF4-FFF2-40B4-BE49-F238E27FC236}">
                <a16:creationId xmlns:a16="http://schemas.microsoft.com/office/drawing/2014/main" id="{48DA4A93-16B1-E50C-4CD0-B9687A1384B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7304" y="5334000"/>
            <a:ext cx="536448" cy="5364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11B4BBC-D729-2CAD-E497-2D9872BE0A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020555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0BEF6F3-EEA1-DC4F-F50F-762648B69C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6881117"/>
              </p:ext>
            </p:extLst>
          </p:nvPr>
        </p:nvGraphicFramePr>
        <p:xfrm>
          <a:off x="731520" y="877824"/>
          <a:ext cx="6723888" cy="3370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6659461-7FE2-9ECB-D7E3-C8F00BB51111}"/>
              </a:ext>
            </a:extLst>
          </p:cNvPr>
          <p:cNvSpPr txBox="1"/>
          <p:nvPr/>
        </p:nvSpPr>
        <p:spPr>
          <a:xfrm>
            <a:off x="731520" y="3919411"/>
            <a:ext cx="69860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Project Resources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GitHub Repository</a:t>
            </a:r>
          </a:p>
          <a:p>
            <a:pPr lvl="2"/>
            <a:r>
              <a:rPr lang="en-US" dirty="0">
                <a:hlinkClick r:id="rId7"/>
              </a:rPr>
              <a:t>https://github.com/Abhilashchary/code-resol-vault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Live Demo</a:t>
            </a:r>
          </a:p>
          <a:p>
            <a:pPr lvl="2"/>
            <a:r>
              <a:rPr lang="en-US" dirty="0">
                <a:hlinkClick r:id="rId8"/>
              </a:rPr>
              <a:t>https://resolgate.vercel.app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A2EDAB-6935-0A5A-125C-5A8AD4EED776}"/>
              </a:ext>
            </a:extLst>
          </p:cNvPr>
          <p:cNvSpPr/>
          <p:nvPr/>
        </p:nvSpPr>
        <p:spPr>
          <a:xfrm>
            <a:off x="2725118" y="5538006"/>
            <a:ext cx="36937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733</Words>
  <Application>Microsoft Office PowerPoint</Application>
  <PresentationFormat>On-screen Show (4:3)</PresentationFormat>
  <Paragraphs>138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Manrope</vt:lpstr>
      <vt:lpstr>Wingdings</vt:lpstr>
      <vt:lpstr>Office Theme</vt:lpstr>
      <vt:lpstr>ResolGate: An AI‑Assisted Approval‑Based Knowledge Repository for Education and Rural Learning </vt:lpstr>
      <vt:lpstr>Introduction</vt:lpstr>
      <vt:lpstr>Problem Statement</vt:lpstr>
      <vt:lpstr>Objectives</vt:lpstr>
      <vt:lpstr>Methodology</vt:lpstr>
      <vt:lpstr>System / Concept Explanation</vt:lpstr>
      <vt:lpstr>Results / Findings</vt:lpstr>
      <vt:lpstr>Advantages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꧁ᗩʙʜɪʟᴀꜱʜ ࿐</dc:creator>
  <cp:keywords/>
  <dc:description>generated using python-pptx</dc:description>
  <cp:lastModifiedBy>꧁ᗩʙʜɪʟᴀꜱʜ ࿐</cp:lastModifiedBy>
  <cp:revision>3</cp:revision>
  <dcterms:created xsi:type="dcterms:W3CDTF">2013-01-27T09:14:16Z</dcterms:created>
  <dcterms:modified xsi:type="dcterms:W3CDTF">2026-03-10T06:19:29Z</dcterms:modified>
  <cp:category/>
</cp:coreProperties>
</file>
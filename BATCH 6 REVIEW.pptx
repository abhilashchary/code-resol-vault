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73" r:id="rId3"/>
    <p:sldId id="272" r:id="rId4"/>
    <p:sldId id="293" r:id="rId5"/>
    <p:sldId id="274" r:id="rId6"/>
    <p:sldId id="275" r:id="rId7"/>
    <p:sldId id="295" r:id="rId8"/>
    <p:sldId id="276" r:id="rId9"/>
    <p:sldId id="296" r:id="rId10"/>
    <p:sldId id="278" r:id="rId11"/>
    <p:sldId id="280" r:id="rId12"/>
    <p:sldId id="294" r:id="rId13"/>
    <p:sldId id="281" r:id="rId14"/>
    <p:sldId id="283" r:id="rId15"/>
    <p:sldId id="282" r:id="rId16"/>
    <p:sldId id="28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73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61DD1-95D7-0685-79B9-F3A7E20D57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A34113-7F29-1335-C71D-A30C904C4D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B7A70-6686-476A-41C8-4344BE38B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99B06-0D1C-4EA3-B4FD-1B7B8F7C887E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55523-B85E-3228-90E1-226C6BF1C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FD764-8C9D-8BCA-6B7D-D03E8E1B0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167A-19E7-468D-9BA6-AC510FCC2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741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F1858-4F47-A939-208E-0629A7963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94BFB-A35D-AAD6-20B2-D791E4F35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B1078-68D7-1A42-D769-4376CDD71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99B06-0D1C-4EA3-B4FD-1B7B8F7C887E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B4119-4CDB-6817-6D26-F09032A73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B5DB6-2C83-B5AF-7D8F-E9DC44D12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167A-19E7-468D-9BA6-AC510FCC2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231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DE22E-0C40-D8AE-46C1-2B5AAFAA6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D00A74-580F-1218-FD28-5943C8EA0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97546-4695-E235-48EC-270CECF85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99B06-0D1C-4EA3-B4FD-1B7B8F7C887E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F6320-BDEB-A8B4-FE3E-ACB4CB059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6B294-41D1-747D-89D5-6C28614AA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167A-19E7-468D-9BA6-AC510FCC2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601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AC016-137C-95E1-09C3-C185CC7B0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46064-4A26-1822-6AFD-616366A470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974F73-D472-34BF-30AF-51BB1D3EB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ED6375-CD4E-90B7-3AB6-D489D6C7C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99B06-0D1C-4EA3-B4FD-1B7B8F7C887E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8B7A01-D058-D506-5522-576673E63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02EDD-A166-A69D-FBE4-4EB91DFB7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167A-19E7-468D-9BA6-AC510FCC2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932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8310-880F-866D-1D99-47716DC81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5EAD5-C9DB-F707-ECED-0A685E4FD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EEBE3-04F8-6831-E601-B661166A9F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35AF60-8D23-F264-C09C-2FF5D54817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D27658-AD87-31A9-275A-B9AED28559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5B0106-0586-BB29-8FE6-82EE2132D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99B06-0D1C-4EA3-B4FD-1B7B8F7C887E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CF8A60-E25C-2A86-9151-333DB0AA0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A5D6B6-9182-DAD6-41AC-D9B6B31C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167A-19E7-468D-9BA6-AC510FCC2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166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3830E-E56D-4DA7-9079-F65B4F8B8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DE6790-56BB-9DFD-5ABC-BF35D1CC0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99B06-0D1C-4EA3-B4FD-1B7B8F7C887E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4D6BD9-A4FD-CAA0-C4B0-1B31FACE5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397476-E737-5764-8768-988BD5EDA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167A-19E7-468D-9BA6-AC510FCC2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004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AD2C17-DF39-7BF5-71C1-C2F359F88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99B06-0D1C-4EA3-B4FD-1B7B8F7C887E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690F51-B8C8-733A-229C-C37EEAD09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A2C6F-80B4-FCA9-8CE9-0795594AF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167A-19E7-468D-9BA6-AC510FCC2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15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5E2B4-BC7D-C6BC-B4A0-F44426C96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B6384-89A8-BB7D-15E8-4D4EB3794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953BA9-56FD-6D65-97F1-C41B0FA6A4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DEB3EE-0CAA-F71A-1C34-BE693CA6C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99B06-0D1C-4EA3-B4FD-1B7B8F7C887E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BA38BE-B519-C0C9-7D06-91E34C546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3C42A-8A6D-2E97-3B79-9ADF0A0E4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167A-19E7-468D-9BA6-AC510FCC2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760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3B820-E456-06E3-E0A5-380C13772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FBD184-E7B4-956E-E048-AC9D09ED9C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7407A-DEEF-FE5E-32AA-454EAF3EBB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64D8B3-254C-3D70-ED7B-1D0C2B621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99B06-0D1C-4EA3-B4FD-1B7B8F7C887E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9CA38-4F2A-05BD-B900-1A2B27E74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E0D742-9CFD-9BD3-118A-87979A0E9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167A-19E7-468D-9BA6-AC510FCC2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848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ACD87-9637-0923-38BB-7ACB8BCF3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452DA7-268E-07FD-F4C1-CC690F3C7D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4E26F-B0A5-2837-AE81-7779F70D7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99B06-0D1C-4EA3-B4FD-1B7B8F7C887E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98162-EF19-36C2-83BE-F93BFCCE3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1C2C7-D4DF-1A3F-E02F-EA6BC081F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167A-19E7-468D-9BA6-AC510FCC2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160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97B5AA-9248-4E2D-D22F-F9368E45EC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672BF8-0030-CFFC-75F2-370EC7825F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4D718-A6F0-D978-4479-07D4787BD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99B06-0D1C-4EA3-B4FD-1B7B8F7C887E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927E7-A326-4EF4-7D85-C701EA835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9B5A8-D9BD-9D34-456E-1930077AE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167A-19E7-468D-9BA6-AC510FCC2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601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81F1DB-7A56-6FB2-8C75-39611A99E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9235E-9EA6-504A-7BAD-E1A012CCD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1E4CB-ECE2-83E8-EDE0-CA9E61665E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99B06-0D1C-4EA3-B4FD-1B7B8F7C887E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DAA00-1250-0D06-B6D4-7348C3C17E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2308A-ED91-5ACB-F5AE-2ECB15352A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7C167A-19E7-468D-9BA6-AC510FCC2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914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F4AF2-D923-8FA3-95FE-98296D60B7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2368" y="346982"/>
            <a:ext cx="9144000" cy="1689567"/>
          </a:xfrm>
        </p:spPr>
        <p:txBody>
          <a:bodyPr>
            <a:normAutofit/>
          </a:bodyPr>
          <a:lstStyle/>
          <a:p>
            <a:pPr>
              <a:tabLst>
                <a:tab pos="2865755" algn="ctr"/>
                <a:tab pos="5731510" algn="r"/>
              </a:tabLst>
            </a:pPr>
            <a:r>
              <a:rPr lang="en-I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CMR TECHNICAL CAMPUS</a:t>
            </a:r>
            <a:br>
              <a:rPr lang="en-I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UGC AUTONOMOUS</a:t>
            </a:r>
            <a:br>
              <a:rPr lang="en-I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Kandlakoya</a:t>
            </a:r>
            <a:r>
              <a:rPr lang="en-IN" sz="1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IN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Medchal</a:t>
            </a:r>
            <a:r>
              <a:rPr lang="en-I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Road, Hyderabad - 501 401</a:t>
            </a:r>
            <a:endParaRPr lang="en-IN" sz="1800" dirty="0"/>
          </a:p>
        </p:txBody>
      </p:sp>
      <p:pic>
        <p:nvPicPr>
          <p:cNvPr id="4" name="Image 7">
            <a:extLst>
              <a:ext uri="{FF2B5EF4-FFF2-40B4-BE49-F238E27FC236}">
                <a16:creationId xmlns:a16="http://schemas.microsoft.com/office/drawing/2014/main" id="{BED9797B-AD97-C8AF-A2EA-46BE3A004691}"/>
              </a:ext>
            </a:extLst>
          </p:cNvPr>
          <p:cNvPicPr>
            <a:picLocks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532793" y="723025"/>
            <a:ext cx="1679575" cy="142430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2127CB6-8338-62D9-E349-4308E9338A41}"/>
              </a:ext>
            </a:extLst>
          </p:cNvPr>
          <p:cNvSpPr txBox="1"/>
          <p:nvPr/>
        </p:nvSpPr>
        <p:spPr>
          <a:xfrm>
            <a:off x="7608425" y="440419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PRESENTED BY:</a:t>
            </a:r>
          </a:p>
          <a:p>
            <a:r>
              <a:rPr lang="en-IN" dirty="0"/>
              <a:t>V. Abhilash Chary                        237R1A05Y6</a:t>
            </a:r>
          </a:p>
          <a:p>
            <a:r>
              <a:rPr lang="en-IN" dirty="0" err="1"/>
              <a:t>Sabavat</a:t>
            </a:r>
            <a:r>
              <a:rPr lang="en-IN" dirty="0"/>
              <a:t> Rahul                              247R5A0529</a:t>
            </a:r>
          </a:p>
          <a:p>
            <a:r>
              <a:rPr lang="en-IN" dirty="0"/>
              <a:t>Bandi Bhavitha                            247R5A0526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35B2C8-8DA3-BF0F-819B-458675A087B3}"/>
              </a:ext>
            </a:extLst>
          </p:cNvPr>
          <p:cNvSpPr txBox="1"/>
          <p:nvPr/>
        </p:nvSpPr>
        <p:spPr>
          <a:xfrm>
            <a:off x="636638" y="2735625"/>
            <a:ext cx="1155536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/>
              <a:t>RESOLGATE: An AI-Assisted Approval-Based Knowledge Repository for Education and Rural Learning</a:t>
            </a:r>
            <a:endParaRPr lang="en-IN" sz="32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CF97D1-CDD6-6EA8-1BC7-8C4C5108771C}"/>
              </a:ext>
            </a:extLst>
          </p:cNvPr>
          <p:cNvSpPr txBox="1"/>
          <p:nvPr/>
        </p:nvSpPr>
        <p:spPr>
          <a:xfrm>
            <a:off x="-555927" y="4305285"/>
            <a:ext cx="6858000" cy="91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1800" b="1" dirty="0">
                <a:solidFill>
                  <a:srgbClr val="FB760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1" dirty="0">
                <a:solidFill>
                  <a:srgbClr val="FB760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</a:t>
            </a:r>
            <a:r>
              <a:rPr lang="en-US" sz="1800" b="1" dirty="0">
                <a:solidFill>
                  <a:srgbClr val="FB760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nder Guidance of:</a:t>
            </a:r>
          </a:p>
          <a:p>
            <a:pPr algn="ctr">
              <a:lnSpc>
                <a:spcPts val="3360"/>
              </a:lnSpc>
            </a:pPr>
            <a:r>
              <a:rPr lang="en-IN" b="1" dirty="0"/>
              <a:t>Bhagyashree B.M</a:t>
            </a:r>
            <a:endParaRPr lang="en-US" sz="1800" b="1" dirty="0"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4144728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C95AD-2A56-E697-2FE7-F42246321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EF710-1BC4-A5B5-F9B9-ECA1E4973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9561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pic>
        <p:nvPicPr>
          <p:cNvPr id="4" name="Image 7">
            <a:extLst>
              <a:ext uri="{FF2B5EF4-FFF2-40B4-BE49-F238E27FC236}">
                <a16:creationId xmlns:a16="http://schemas.microsoft.com/office/drawing/2014/main" id="{1961A880-BF71-0894-AF93-C8DF165D2982}"/>
              </a:ext>
            </a:extLst>
          </p:cNvPr>
          <p:cNvPicPr>
            <a:picLocks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0763036" y="218272"/>
            <a:ext cx="1181528" cy="128711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8414A516-14BB-0123-AAC9-0FD4BA7C42C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28630" y="1736676"/>
            <a:ext cx="10725170" cy="44646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Digital platforms are widely used for storing and sharing educational resources.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Traditional cloud storage systems mainly focus on file storage and collaboration.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However, these platforms lack intelligent mechanisms to detect harmful or inappropriate content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AI technologies can improve content monitoring and security in file sharing systems.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err="1"/>
              <a:t>ResolGate</a:t>
            </a:r>
            <a:r>
              <a:rPr lang="en-US" sz="2400" dirty="0"/>
              <a:t> is designed as an AI-assisted knowledge repository for secure file sharing and moderation.</a:t>
            </a: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517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28429-E5D6-302C-3A09-9CDF0B544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4D13-8E8E-0ADA-197D-2D7E22D0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  <p:pic>
        <p:nvPicPr>
          <p:cNvPr id="4" name="Image 7">
            <a:extLst>
              <a:ext uri="{FF2B5EF4-FFF2-40B4-BE49-F238E27FC236}">
                <a16:creationId xmlns:a16="http://schemas.microsoft.com/office/drawing/2014/main" id="{0487EEFF-4BE3-439D-95C9-D913C0EE1E5F}"/>
              </a:ext>
            </a:extLst>
          </p:cNvPr>
          <p:cNvPicPr>
            <a:picLocks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0763036" y="248907"/>
            <a:ext cx="1181528" cy="128711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683715-E90F-AD06-9373-A672AB965042}"/>
              </a:ext>
            </a:extLst>
          </p:cNvPr>
          <p:cNvSpPr txBox="1"/>
          <p:nvPr/>
        </p:nvSpPr>
        <p:spPr>
          <a:xfrm>
            <a:off x="614517" y="1944697"/>
            <a:ext cx="10515599" cy="3913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Existing cloud storage systems face several challenges when used in educational environments.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Lack of intelligent content moderation for uploaded files.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Files become instantly accessible without proper review.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Password-based authentication introduces security vulnerabilities.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Limited access control and permission management.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Insufficient audit logs for monitoring file activity.</a:t>
            </a:r>
          </a:p>
        </p:txBody>
      </p:sp>
    </p:spTree>
    <p:extLst>
      <p:ext uri="{BB962C8B-B14F-4D97-AF65-F5344CB8AC3E}">
        <p14:creationId xmlns:p14="http://schemas.microsoft.com/office/powerpoint/2010/main" val="3013700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0616D-22DE-1010-1651-4E538D8F0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84CB7-D529-657D-18EB-54E1E5786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072" y="478382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</p:txBody>
      </p:sp>
      <p:pic>
        <p:nvPicPr>
          <p:cNvPr id="4" name="Image 7">
            <a:extLst>
              <a:ext uri="{FF2B5EF4-FFF2-40B4-BE49-F238E27FC236}">
                <a16:creationId xmlns:a16="http://schemas.microsoft.com/office/drawing/2014/main" id="{6178CA36-E2F5-0E4E-86FA-E22735F58344}"/>
              </a:ext>
            </a:extLst>
          </p:cNvPr>
          <p:cNvPicPr>
            <a:picLocks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0763036" y="403573"/>
            <a:ext cx="1181528" cy="128711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00B3B6DB-F6EF-3D7A-65A4-6BA75843675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23072" y="2111113"/>
            <a:ext cx="9653842" cy="2802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Develop a secure and scalable file management system.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Implement AI-based content moderation for uploaded files.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Design a multi-stage approval workflow before publishing content.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Provide role-based access control for secure file sharing.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Maintain detailed audit logs for monitoring system activity.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410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DDE53-E4EA-9147-F450-4F58EB238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971A3-78A5-1FBB-2994-2733BB63B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045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EXISTING SOLUTIONS</a:t>
            </a:r>
          </a:p>
        </p:txBody>
      </p:sp>
      <p:pic>
        <p:nvPicPr>
          <p:cNvPr id="4" name="Image 7">
            <a:extLst>
              <a:ext uri="{FF2B5EF4-FFF2-40B4-BE49-F238E27FC236}">
                <a16:creationId xmlns:a16="http://schemas.microsoft.com/office/drawing/2014/main" id="{A4C01EC2-94BB-CD37-87BA-493A6714FE80}"/>
              </a:ext>
            </a:extLst>
          </p:cNvPr>
          <p:cNvPicPr>
            <a:picLocks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0763036" y="365125"/>
            <a:ext cx="1181528" cy="128711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B9248D-44BA-994B-A25B-1C797DCAEF6C}"/>
              </a:ext>
            </a:extLst>
          </p:cNvPr>
          <p:cNvSpPr txBox="1"/>
          <p:nvPr/>
        </p:nvSpPr>
        <p:spPr>
          <a:xfrm>
            <a:off x="730045" y="1887794"/>
            <a:ext cx="10589342" cy="3913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Cloud platforms such as </a:t>
            </a:r>
            <a:r>
              <a:rPr lang="en-US" sz="2400" b="1" dirty="0"/>
              <a:t>Google Drive, Dropbox, and SharePoint</a:t>
            </a:r>
            <a:r>
              <a:rPr lang="en-US" sz="2400" dirty="0"/>
              <a:t> provide file storage and collaboration features.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These platforms focus mainly on accessibility and file sharing.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However, they lack intelligent mechanisms for detecting harmful or inappropriate content.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Most systems do not include AI moderation or advanced approval workflows.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40230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8532B-18C3-33A2-661E-1C2C06F1E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985B3-6D60-1155-895C-308B4E2F4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668" y="510104"/>
            <a:ext cx="8911687" cy="1280890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DRAWBACKS</a:t>
            </a:r>
          </a:p>
        </p:txBody>
      </p:sp>
      <p:pic>
        <p:nvPicPr>
          <p:cNvPr id="4" name="Image 7">
            <a:extLst>
              <a:ext uri="{FF2B5EF4-FFF2-40B4-BE49-F238E27FC236}">
                <a16:creationId xmlns:a16="http://schemas.microsoft.com/office/drawing/2014/main" id="{40B2AD79-CC8E-2777-B089-BEDDD62FD50A}"/>
              </a:ext>
            </a:extLst>
          </p:cNvPr>
          <p:cNvPicPr>
            <a:picLocks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0704568" y="353315"/>
            <a:ext cx="1181528" cy="128711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13BC03-1CC2-FE19-E288-F183581D0327}"/>
              </a:ext>
            </a:extLst>
          </p:cNvPr>
          <p:cNvSpPr txBox="1"/>
          <p:nvPr/>
        </p:nvSpPr>
        <p:spPr>
          <a:xfrm>
            <a:off x="760634" y="1928646"/>
            <a:ext cx="10134005" cy="3254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Lack of </a:t>
            </a:r>
            <a:r>
              <a:rPr lang="en-US" sz="2800" b="1" dirty="0"/>
              <a:t>AI-based content moderation</a:t>
            </a:r>
            <a:r>
              <a:rPr lang="en-US" sz="2800" dirty="0"/>
              <a:t> to detect harmful content.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Files become accessible </a:t>
            </a:r>
            <a:r>
              <a:rPr lang="en-US" sz="2800" b="1" dirty="0"/>
              <a:t>without proper approval or review</a:t>
            </a:r>
            <a:r>
              <a:rPr lang="en-US" sz="2800" dirty="0"/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b="1" dirty="0"/>
              <a:t>Password-based </a:t>
            </a:r>
            <a:r>
              <a:rPr lang="en-US" sz="2800" dirty="0"/>
              <a:t>authentication can lead to security risks.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Limited </a:t>
            </a:r>
            <a:r>
              <a:rPr lang="en-US" sz="2800" b="1" dirty="0"/>
              <a:t>audit logging and monitoring</a:t>
            </a:r>
            <a:r>
              <a:rPr lang="en-US" sz="2800" dirty="0"/>
              <a:t> of file activities.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Insufficient </a:t>
            </a:r>
            <a:r>
              <a:rPr lang="en-US" sz="2800" b="1" dirty="0"/>
              <a:t>content control mechanisms</a:t>
            </a:r>
            <a:r>
              <a:rPr lang="en-US" sz="2800" dirty="0"/>
              <a:t> for organizations.</a:t>
            </a:r>
            <a:endParaRPr lang="en-IN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0615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FCE16-B2BC-9E09-1526-3C57A0B03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EBC6B-F279-9572-A8D0-662384570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52" y="437512"/>
            <a:ext cx="8911687" cy="1287115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LITERATURE SURVEY</a:t>
            </a:r>
          </a:p>
        </p:txBody>
      </p:sp>
      <p:pic>
        <p:nvPicPr>
          <p:cNvPr id="4" name="Image 7">
            <a:extLst>
              <a:ext uri="{FF2B5EF4-FFF2-40B4-BE49-F238E27FC236}">
                <a16:creationId xmlns:a16="http://schemas.microsoft.com/office/drawing/2014/main" id="{3EB9C257-BE36-5E92-A6B1-06A5EA1165A7}"/>
              </a:ext>
            </a:extLst>
          </p:cNvPr>
          <p:cNvPicPr>
            <a:picLocks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0777238" y="196157"/>
            <a:ext cx="1181528" cy="128711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14203-D6F6-2AA2-B946-DA3EC940BD67}"/>
              </a:ext>
            </a:extLst>
          </p:cNvPr>
          <p:cNvSpPr txBox="1"/>
          <p:nvPr/>
        </p:nvSpPr>
        <p:spPr>
          <a:xfrm>
            <a:off x="532966" y="2147415"/>
            <a:ext cx="11126067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Research studies focus on </a:t>
            </a:r>
            <a:r>
              <a:rPr lang="en-US" sz="2400" b="1" dirty="0"/>
              <a:t>cloud storage systems and AI-based content moderation</a:t>
            </a:r>
            <a:r>
              <a:rPr lang="en-US" sz="2400" dirty="0"/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Traditional platforms provide storage and collaboration features.</a:t>
            </a:r>
            <a:br>
              <a:rPr lang="en-US" sz="2400" dirty="0"/>
            </a:br>
            <a:r>
              <a:rPr lang="en-US" sz="2400" dirty="0"/>
              <a:t>Recent research emphasizes </a:t>
            </a:r>
            <a:r>
              <a:rPr lang="en-US" sz="2400" b="1" dirty="0"/>
              <a:t>AI techniques for detecting harmful content</a:t>
            </a:r>
            <a:r>
              <a:rPr lang="en-US" sz="2400" dirty="0"/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Modern systems integrate </a:t>
            </a:r>
            <a:r>
              <a:rPr lang="en-US" sz="2400" b="1" dirty="0"/>
              <a:t>automated moderation and approval workflows</a:t>
            </a:r>
            <a:r>
              <a:rPr lang="en-US" sz="2400" dirty="0"/>
              <a:t> for improved security.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05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922E3-C24E-2ABD-3437-D976A1CF4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1A833-C5DC-2619-7CB5-FE11079AF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2644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</a:p>
        </p:txBody>
      </p:sp>
      <p:pic>
        <p:nvPicPr>
          <p:cNvPr id="4" name="Image 7">
            <a:extLst>
              <a:ext uri="{FF2B5EF4-FFF2-40B4-BE49-F238E27FC236}">
                <a16:creationId xmlns:a16="http://schemas.microsoft.com/office/drawing/2014/main" id="{9B7BC6A2-5E17-F29B-934F-7EF7D41E0377}"/>
              </a:ext>
            </a:extLst>
          </p:cNvPr>
          <p:cNvPicPr>
            <a:picLocks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0763036" y="225993"/>
            <a:ext cx="1181528" cy="128711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FE0D57-BC12-ACB9-19FA-7034E91ADAAC}"/>
              </a:ext>
            </a:extLst>
          </p:cNvPr>
          <p:cNvSpPr txBox="1"/>
          <p:nvPr/>
        </p:nvSpPr>
        <p:spPr>
          <a:xfrm>
            <a:off x="838200" y="2123307"/>
            <a:ext cx="10515600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err="1"/>
              <a:t>ResolGate</a:t>
            </a:r>
            <a:r>
              <a:rPr lang="en-US" sz="2400" dirty="0"/>
              <a:t> provides a secure knowledge repository with AI-assisted moderation.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Users upload files which are temporarily stored for analysis.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AI models analyze the content and generate safety scores.</a:t>
            </a:r>
            <a:br>
              <a:rPr lang="en-US" sz="2400" dirty="0"/>
            </a:br>
            <a:r>
              <a:rPr lang="en-US" sz="2400" dirty="0"/>
              <a:t>Administrators review flagged content through an approval dashboard.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Approved files are then published and shared securely.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86542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A49E8-848E-D1F7-D3F0-9AC650078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722" y="454221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SYSTEM ARCHITECTURE &amp; WORKFLOW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C652157-6162-452C-79C1-A0307E01B0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491953"/>
            <a:ext cx="9328355" cy="5018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400" dirty="0"/>
              <a:t>User Upload</a:t>
            </a:r>
            <a:br>
              <a:rPr lang="en-IN" sz="2400" dirty="0"/>
            </a:br>
            <a:r>
              <a:rPr lang="en-IN" sz="2400" dirty="0"/>
              <a:t>⬇</a:t>
            </a:r>
            <a:br>
              <a:rPr lang="en-IN" sz="2400" dirty="0"/>
            </a:br>
            <a:r>
              <a:rPr lang="en-IN" sz="2400" dirty="0"/>
              <a:t>Temporary Storage</a:t>
            </a:r>
            <a:br>
              <a:rPr lang="en-IN" sz="2400" dirty="0"/>
            </a:br>
            <a:r>
              <a:rPr lang="en-IN" sz="2400" dirty="0"/>
              <a:t>⬇</a:t>
            </a:r>
            <a:br>
              <a:rPr lang="en-IN" sz="2400" dirty="0"/>
            </a:br>
            <a:r>
              <a:rPr lang="en-IN" sz="2400" dirty="0"/>
              <a:t>AI Moderation</a:t>
            </a:r>
            <a:br>
              <a:rPr lang="en-IN" sz="2400" dirty="0"/>
            </a:br>
            <a:r>
              <a:rPr lang="en-IN" sz="2400" dirty="0"/>
              <a:t>⬇</a:t>
            </a:r>
            <a:br>
              <a:rPr lang="en-IN" sz="2400" dirty="0"/>
            </a:br>
            <a:r>
              <a:rPr lang="en-IN" sz="2400" dirty="0"/>
              <a:t>Admin Approval</a:t>
            </a:r>
            <a:br>
              <a:rPr lang="en-IN" sz="2400" dirty="0"/>
            </a:br>
            <a:r>
              <a:rPr lang="en-IN" sz="2400" dirty="0"/>
              <a:t>⬇</a:t>
            </a:r>
            <a:br>
              <a:rPr lang="en-IN" sz="2400" dirty="0"/>
            </a:br>
            <a:r>
              <a:rPr lang="en-IN" sz="2400" dirty="0"/>
              <a:t>File Publication</a:t>
            </a: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7">
            <a:extLst>
              <a:ext uri="{FF2B5EF4-FFF2-40B4-BE49-F238E27FC236}">
                <a16:creationId xmlns:a16="http://schemas.microsoft.com/office/drawing/2014/main" id="{AB6A0552-4369-2351-8003-E1F72C3928BE}"/>
              </a:ext>
            </a:extLst>
          </p:cNvPr>
          <p:cNvPicPr>
            <a:picLocks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0910520" y="113082"/>
            <a:ext cx="1181528" cy="128711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71117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3F904-BBD0-BAD2-CCA3-56C8737B1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6119F-F70D-2669-2C7B-31E581B16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ADVANTAGES</a:t>
            </a:r>
          </a:p>
        </p:txBody>
      </p:sp>
      <p:pic>
        <p:nvPicPr>
          <p:cNvPr id="4" name="Image 7">
            <a:extLst>
              <a:ext uri="{FF2B5EF4-FFF2-40B4-BE49-F238E27FC236}">
                <a16:creationId xmlns:a16="http://schemas.microsoft.com/office/drawing/2014/main" id="{AC4FD88B-6907-46B6-BD9C-C99352BC2476}"/>
              </a:ext>
            </a:extLst>
          </p:cNvPr>
          <p:cNvPicPr>
            <a:picLocks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0763036" y="191740"/>
            <a:ext cx="1181528" cy="128711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8EFA1C-2E09-713C-59EA-4F84DF34E349}"/>
              </a:ext>
            </a:extLst>
          </p:cNvPr>
          <p:cNvSpPr txBox="1"/>
          <p:nvPr/>
        </p:nvSpPr>
        <p:spPr>
          <a:xfrm>
            <a:off x="837371" y="1946355"/>
            <a:ext cx="11354629" cy="280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AI-based moderation improves content safety.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Approval workflows prevent unauthorized content publishing.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err="1"/>
              <a:t>Passwordless</a:t>
            </a:r>
            <a:r>
              <a:rPr lang="en-US" sz="2400" dirty="0"/>
              <a:t> authentication enhances security.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Serverless architecture ensures scalability and performance.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Open-source design reduces operational cost.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56866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BEE4D-F9FD-1D23-AB13-7A52543E4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8C2AB-7703-9E5A-6CDD-067E1826F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611" y="253841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TOOLS AND TECHNOLOGIES</a:t>
            </a:r>
          </a:p>
        </p:txBody>
      </p:sp>
      <p:pic>
        <p:nvPicPr>
          <p:cNvPr id="4" name="Image 7">
            <a:extLst>
              <a:ext uri="{FF2B5EF4-FFF2-40B4-BE49-F238E27FC236}">
                <a16:creationId xmlns:a16="http://schemas.microsoft.com/office/drawing/2014/main" id="{9BEEEF2A-F3E5-CB1E-C607-D55EDD3BD5B0}"/>
              </a:ext>
            </a:extLst>
          </p:cNvPr>
          <p:cNvPicPr>
            <a:picLocks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0826752" y="292289"/>
            <a:ext cx="1181528" cy="128711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F7188C-B644-032E-2294-1F7FD97DB925}"/>
              </a:ext>
            </a:extLst>
          </p:cNvPr>
          <p:cNvSpPr txBox="1"/>
          <p:nvPr/>
        </p:nvSpPr>
        <p:spPr>
          <a:xfrm>
            <a:off x="835742" y="1481218"/>
            <a:ext cx="9733936" cy="5122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Programming Languages</a:t>
            </a:r>
            <a:br>
              <a:rPr lang="en-IN" sz="2000" dirty="0"/>
            </a:br>
            <a:r>
              <a:rPr lang="en-IN" sz="2000" dirty="0"/>
              <a:t>TypeScript, JavaScript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Frameworks / Libraries</a:t>
            </a:r>
            <a:br>
              <a:rPr lang="en-IN" sz="2000" dirty="0"/>
            </a:br>
            <a:r>
              <a:rPr lang="en-IN" sz="2000" dirty="0"/>
              <a:t>React, Tailwind CSS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Backend &amp; Database</a:t>
            </a:r>
            <a:br>
              <a:rPr lang="en-IN" sz="2000" dirty="0"/>
            </a:br>
            <a:r>
              <a:rPr lang="en-IN" sz="2000" dirty="0" err="1"/>
              <a:t>Supabase</a:t>
            </a:r>
            <a:r>
              <a:rPr lang="en-IN" sz="2000" dirty="0"/>
              <a:t>, PostgreSQL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Deployment Platform</a:t>
            </a:r>
            <a:br>
              <a:rPr lang="en-IN" sz="2000" dirty="0"/>
            </a:br>
            <a:r>
              <a:rPr lang="en-IN" sz="2000" dirty="0" err="1"/>
              <a:t>Vercel</a:t>
            </a:r>
            <a:endParaRPr lang="en-IN" sz="20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AI Model</a:t>
            </a:r>
            <a:br>
              <a:rPr lang="en-IN" sz="2000" dirty="0"/>
            </a:br>
            <a:r>
              <a:rPr lang="en-IN" sz="2000" dirty="0"/>
              <a:t>Gemini AI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8321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4C0B4-D548-F373-A08B-603C18147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570A4-4DCA-8E38-C19A-D7F3711F4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</p:txBody>
      </p:sp>
      <p:pic>
        <p:nvPicPr>
          <p:cNvPr id="4" name="Image 7">
            <a:extLst>
              <a:ext uri="{FF2B5EF4-FFF2-40B4-BE49-F238E27FC236}">
                <a16:creationId xmlns:a16="http://schemas.microsoft.com/office/drawing/2014/main" id="{9EB551DA-87FA-F8D2-40A0-2362590B0DB4}"/>
              </a:ext>
            </a:extLst>
          </p:cNvPr>
          <p:cNvPicPr>
            <a:picLocks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1010472" y="230331"/>
            <a:ext cx="1181528" cy="128711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C1C572-926D-BF8E-0480-F637447266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109019"/>
            <a:ext cx="4729316" cy="36084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C0091E-33D3-4DC4-6D6C-056DAFABB2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1647" y="1690688"/>
            <a:ext cx="5921253" cy="474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932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0DFE9-F776-23E5-A019-F15C4941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52979-2989-9B7B-BB7E-559E56A3A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8452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pic>
        <p:nvPicPr>
          <p:cNvPr id="4" name="Image 7">
            <a:extLst>
              <a:ext uri="{FF2B5EF4-FFF2-40B4-BE49-F238E27FC236}">
                <a16:creationId xmlns:a16="http://schemas.microsoft.com/office/drawing/2014/main" id="{88C8B7C2-7808-2BAA-5417-DE3DF4F02B79}"/>
              </a:ext>
            </a:extLst>
          </p:cNvPr>
          <p:cNvPicPr>
            <a:picLocks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0763036" y="283867"/>
            <a:ext cx="1181528" cy="128711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6D51C1-5D95-B5A5-1CD1-10FE9B395D89}"/>
              </a:ext>
            </a:extLst>
          </p:cNvPr>
          <p:cNvSpPr txBox="1"/>
          <p:nvPr/>
        </p:nvSpPr>
        <p:spPr>
          <a:xfrm>
            <a:off x="668594" y="2074607"/>
            <a:ext cx="10094442" cy="3913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err="1"/>
              <a:t>ResolGate</a:t>
            </a:r>
            <a:r>
              <a:rPr lang="en-US" sz="2400" dirty="0"/>
              <a:t> provides a secure and scalable AI-assisted file management system.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The platform combines AI moderation with human approval workflows.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It improves security, reliability, and compliance in digital content sharing.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Overall, the system enables safe and efficient knowledge sharing in educational environments.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39720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116F7-9E7A-0229-02E8-9A7DCA5A2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D0846-BCD2-6CB7-C325-F1006E284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6707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FUTURE ENHANCEMENT</a:t>
            </a:r>
          </a:p>
        </p:txBody>
      </p:sp>
      <p:pic>
        <p:nvPicPr>
          <p:cNvPr id="4" name="Image 7">
            <a:extLst>
              <a:ext uri="{FF2B5EF4-FFF2-40B4-BE49-F238E27FC236}">
                <a16:creationId xmlns:a16="http://schemas.microsoft.com/office/drawing/2014/main" id="{880F8356-133A-5862-FD6B-10A27EFE8FD0}"/>
              </a:ext>
            </a:extLst>
          </p:cNvPr>
          <p:cNvPicPr>
            <a:picLocks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0918150" y="231764"/>
            <a:ext cx="1181528" cy="128711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949564-2181-E90A-0D6E-534CFD35DD1A}"/>
              </a:ext>
            </a:extLst>
          </p:cNvPr>
          <p:cNvSpPr txBox="1"/>
          <p:nvPr/>
        </p:nvSpPr>
        <p:spPr>
          <a:xfrm>
            <a:off x="999203" y="2227313"/>
            <a:ext cx="10193594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Improve AI models for more accurate content moderation.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Add advanced search and file preview features.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Implement multi-factor authentication for better security.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Enable collaborative editing and version control for files.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Integrate with third-party platforms for better accessibility.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50095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9F827-32EE-D453-EAE9-328EE9333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CA505-0E54-826E-041A-F6EC39368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pic>
        <p:nvPicPr>
          <p:cNvPr id="4" name="Image 7">
            <a:extLst>
              <a:ext uri="{FF2B5EF4-FFF2-40B4-BE49-F238E27FC236}">
                <a16:creationId xmlns:a16="http://schemas.microsoft.com/office/drawing/2014/main" id="{CD14A190-4BBF-1770-181B-A30D2332CC94}"/>
              </a:ext>
            </a:extLst>
          </p:cNvPr>
          <p:cNvPicPr>
            <a:picLocks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0901932" y="234399"/>
            <a:ext cx="1181528" cy="128711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ECD02E-FE77-942A-2981-7032D5C6E74F}"/>
              </a:ext>
            </a:extLst>
          </p:cNvPr>
          <p:cNvSpPr txBox="1"/>
          <p:nvPr/>
        </p:nvSpPr>
        <p:spPr>
          <a:xfrm>
            <a:off x="838200" y="1850450"/>
            <a:ext cx="9920748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/>
              <a:t>React Official Documentation.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 err="1"/>
              <a:t>Supabase</a:t>
            </a:r>
            <a:r>
              <a:rPr lang="en-IN" sz="2400" dirty="0"/>
              <a:t> Documentation for PostgreSQL and Authentication.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 err="1"/>
              <a:t>Vercel</a:t>
            </a:r>
            <a:r>
              <a:rPr lang="en-IN" sz="2400" dirty="0"/>
              <a:t> Cloud Deployment Documentation.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/>
              <a:t>Google DeepMind – Gemini AI Technical Documentation.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/>
              <a:t>Research papers related to AI-based content moderation and file management systems.</a:t>
            </a:r>
          </a:p>
        </p:txBody>
      </p:sp>
    </p:spTree>
    <p:extLst>
      <p:ext uri="{BB962C8B-B14F-4D97-AF65-F5344CB8AC3E}">
        <p14:creationId xmlns:p14="http://schemas.microsoft.com/office/powerpoint/2010/main" val="2952582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910C9-E198-39A1-5274-5D2580601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10" y="2658063"/>
            <a:ext cx="10515600" cy="1325563"/>
          </a:xfrm>
        </p:spPr>
        <p:txBody>
          <a:bodyPr/>
          <a:lstStyle/>
          <a:p>
            <a:pPr algn="ctr"/>
            <a:r>
              <a:rPr lang="en-IN" b="1" dirty="0"/>
              <a:t>THANK YOU</a:t>
            </a:r>
          </a:p>
        </p:txBody>
      </p:sp>
      <p:pic>
        <p:nvPicPr>
          <p:cNvPr id="3" name="Image 7">
            <a:extLst>
              <a:ext uri="{FF2B5EF4-FFF2-40B4-BE49-F238E27FC236}">
                <a16:creationId xmlns:a16="http://schemas.microsoft.com/office/drawing/2014/main" id="{967455B0-2FF3-DFF5-DD08-3DD6E445DBBE}"/>
              </a:ext>
            </a:extLst>
          </p:cNvPr>
          <p:cNvPicPr>
            <a:picLocks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0876"/>
          <a:stretch/>
        </p:blipFill>
        <p:spPr bwMode="auto">
          <a:xfrm>
            <a:off x="10854583" y="376464"/>
            <a:ext cx="1181528" cy="128711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63661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296</TotalTime>
  <Words>640</Words>
  <Application>Microsoft Office PowerPoint</Application>
  <PresentationFormat>Widescreen</PresentationFormat>
  <Paragraphs>80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Canva Sans Bold</vt:lpstr>
      <vt:lpstr>Times New Roman</vt:lpstr>
      <vt:lpstr>Wingdings</vt:lpstr>
      <vt:lpstr>Office Theme</vt:lpstr>
      <vt:lpstr>DEPARTMENT OF COMPUTER SCIENCE AND ENGINEERING  CMR TECHNICAL CAMPUS UGC AUTONOMOUS Kandlakoya,Medchal Road, Hyderabad - 501 401</vt:lpstr>
      <vt:lpstr>INTRODUCTION</vt:lpstr>
      <vt:lpstr>PROBLEM STATEMENT</vt:lpstr>
      <vt:lpstr>OBJECTIVES</vt:lpstr>
      <vt:lpstr>EXISTING SOLUTIONS</vt:lpstr>
      <vt:lpstr>DRAWBACKS</vt:lpstr>
      <vt:lpstr>LITERATURE SURVEY</vt:lpstr>
      <vt:lpstr>PROPOSED SOLUTION</vt:lpstr>
      <vt:lpstr>SYSTEM ARCHITECTURE &amp; WORKFLOW</vt:lpstr>
      <vt:lpstr>ADVANTAGES</vt:lpstr>
      <vt:lpstr>TOOLS AND TECHNOLOGIES</vt:lpstr>
      <vt:lpstr>RESULTS</vt:lpstr>
      <vt:lpstr>CONCLUSION</vt:lpstr>
      <vt:lpstr>FUTURE ENHANCEMENT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 sameer</dc:creator>
  <cp:lastModifiedBy>NEHA KOLLI</cp:lastModifiedBy>
  <cp:revision>18</cp:revision>
  <dcterms:created xsi:type="dcterms:W3CDTF">2025-03-06T06:07:37Z</dcterms:created>
  <dcterms:modified xsi:type="dcterms:W3CDTF">2026-03-11T19:00:08Z</dcterms:modified>
</cp:coreProperties>
</file>